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Big Review + Show &amp; Tell. Goal: I can introduce myself, describe things, and give a short Show &amp; Tell..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"friend" x2, choral repeat x3. Meaning: صديق. Sentence: This is my friend..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"f..."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"happy" x2, choral repeat x3. Meaning: سعيد. Sentence: I am happy..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"dog" x2, choral repeat x3. Meaning: كلب. Sentence: It is a dog..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"d..."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"big" x2, choral repeat x3. Meaning: كبير. Sentence: It is big..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"red" x2, choral repeat x3. Meaning: أحمر. Sentence: It is red..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"r..."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"apple" x2, choral repeat x3. Meaning: تفاحة. Sentence: I like apples..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"a..."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"house" x2, choral repeat x3. Meaning: منزل. Sentence: This is my house..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"sunny" x2, choral repeat x3. Meaning: مشمس. Sentence: It is sunny..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"run" x2, choral repeat x3. Meaning: يجري. Sentence: I can run..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"r..."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"circle" x2, choral repeat x3. Meaning: دائرة. Sentence: It is a circle..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friend (صديق). Hint if needed: "f..."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happy (سعيد).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dog (كلب). Hint if needed: "d..."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run.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circle.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2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jp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4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3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BIG REVIEW + SHOW &amp; TELL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friend  •  happy  •  dog  •  big  •  red  •  apple  •  house  •  sunny  •  run  •  circle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LEVEL 1  ·  10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10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10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I can introduce myself, describe things, and give a short Show &amp; Tell.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Big Review + Show &amp; Tell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friend  —  صديق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happy  —  سعيد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dog  —  كلب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big  —  كبير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red  —  أحمر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apple  —  تفاحة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house  —  منزل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sunny  —  مشمس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run  —  يجري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circle  —  دائرة
</a:t>
            </a:r>
            <a:endParaRPr lang="en-US" sz="14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friend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44348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9" name="Shape 16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6" name="Text 23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8" name="Text 25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9" name="Shape 26"/>
          <p:cNvSpPr/>
          <p:nvPr/>
        </p:nvSpPr>
        <p:spPr>
          <a:xfrm>
            <a:off x="358140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358140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31" name="Shape 28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friend</a:t>
            </a:r>
            <a:endParaRPr lang="en-US" sz="4600" dirty="0"/>
          </a:p>
        </p:txBody>
      </p:sp>
      <p:sp>
        <p:nvSpPr>
          <p:cNvPr id="33" name="Shape 30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صديق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my friend."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8" name="Text 35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9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friend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my friend."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صديق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happy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44348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9" name="Shape 16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6" name="Text 23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8" name="Text 25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3467" dirty="0"/>
          </a:p>
        </p:txBody>
      </p:sp>
      <p:sp>
        <p:nvSpPr>
          <p:cNvPr id="29" name="Shape 26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happy</a:t>
            </a:r>
            <a:endParaRPr lang="en-US" sz="4600" dirty="0"/>
          </a:p>
        </p:txBody>
      </p:sp>
      <p:sp>
        <p:nvSpPr>
          <p:cNvPr id="31" name="Shape 28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سعيد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happy."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6" name="Text 33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7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happy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happy."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سعيد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dog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44348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9" name="Shape 16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dog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كلب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dog."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dog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dog."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كلب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big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44348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8" name="Image 1" descr="/home/claude/Lumio-English/assets/vocab/big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big</a:t>
            </a:r>
            <a:endParaRPr lang="en-US" sz="4600" dirty="0"/>
          </a:p>
        </p:txBody>
      </p:sp>
      <p:sp>
        <p:nvSpPr>
          <p:cNvPr id="21" name="Shape 17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2" name="Text 18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كبير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big."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6" name="Text 22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7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big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big."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كبير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red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44348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9" name="Shape 16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red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أحمر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red."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red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red."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أحمر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apple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44348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9" name="Shape 16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6" name="Text 23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8" name="Text 25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9" name="Shape 26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apple</a:t>
            </a:r>
            <a:endParaRPr lang="en-US" sz="4600" dirty="0"/>
          </a:p>
        </p:txBody>
      </p:sp>
      <p:sp>
        <p:nvSpPr>
          <p:cNvPr id="31" name="Shape 28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تفاحة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like apples."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6" name="Text 33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7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apple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like apples."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تفاحة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house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44348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8" name="Image 1" descr="/home/claude/Lumio-English/assets/vocab/hous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house</a:t>
            </a:r>
            <a:endParaRPr lang="en-US" sz="4600" dirty="0"/>
          </a:p>
        </p:txBody>
      </p:sp>
      <p:sp>
        <p:nvSpPr>
          <p:cNvPr id="21" name="Shape 17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2" name="Text 18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منزل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my house."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6" name="Text 22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7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house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my house."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منزل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sunny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44348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8" name="Image 1" descr="/home/claude/Lumio-English/assets/vocab/sunn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sunny</a:t>
            </a:r>
            <a:endParaRPr lang="en-US" sz="4600" dirty="0"/>
          </a:p>
        </p:txBody>
      </p:sp>
      <p:sp>
        <p:nvSpPr>
          <p:cNvPr id="21" name="Shape 17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2" name="Text 18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مشمس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sunny."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6" name="Text 22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7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sunny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sunny."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مشمس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run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Shape 13"/>
          <p:cNvSpPr/>
          <p:nvPr/>
        </p:nvSpPr>
        <p:spPr>
          <a:xfrm>
            <a:off x="44348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9" name="Shape 16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run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يجري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can run."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run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can run."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يجري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circle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Shape 13"/>
          <p:cNvSpPr/>
          <p:nvPr/>
        </p:nvSpPr>
        <p:spPr>
          <a:xfrm>
            <a:off x="44348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8" name="Image 1" descr="/home/claude/Lumio-English/assets/vocab/circl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circle</a:t>
            </a:r>
            <a:endParaRPr lang="en-US" sz="4600" dirty="0"/>
          </a:p>
        </p:txBody>
      </p:sp>
      <p:sp>
        <p:nvSpPr>
          <p:cNvPr id="21" name="Shape 17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2" name="Text 18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دائرة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circle."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6" name="Text 22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7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circle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circle."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دائرة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friend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happy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dog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big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red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apple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7. house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8. sunny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9. run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10. circle
</a:t>
            </a:r>
            <a:endParaRPr lang="en-US" sz="14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27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033" dirty="0"/>
          </a:p>
        </p:txBody>
      </p:sp>
      <p:sp>
        <p:nvSpPr>
          <p:cNvPr id="19" name="Shape 16"/>
          <p:cNvSpPr/>
          <p:nvPr/>
        </p:nvSpPr>
        <p:spPr>
          <a:xfrm>
            <a:off x="670560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670560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033" dirty="0"/>
          </a:p>
        </p:txBody>
      </p:sp>
      <p:sp>
        <p:nvSpPr>
          <p:cNvPr id="21" name="Text 18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2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28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3033" dirty="0"/>
          </a:p>
        </p:txBody>
      </p:sp>
      <p:sp>
        <p:nvSpPr>
          <p:cNvPr id="19" name="Text 16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0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29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30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"يجري"?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run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apple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big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31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"دائرة"?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red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big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circle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32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20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33 / 33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20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· First Sentences Lesson 20 — Big Review + Show &amp; Tell</dc:title>
  <dc:subject>PptxGenJS Presentation</dc:subject>
  <dc:creator>Lumio English</dc:creator>
  <cp:lastModifiedBy>Lumio English</cp:lastModifiedBy>
  <cp:revision>1</cp:revision>
  <dcterms:created xsi:type="dcterms:W3CDTF">2026-07-19T16:34:37Z</dcterms:created>
  <dcterms:modified xsi:type="dcterms:W3CDTF">2026-07-19T16:34:37Z</dcterms:modified>
</cp:coreProperties>
</file>