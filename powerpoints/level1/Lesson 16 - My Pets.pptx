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Pets. Goal: I can talk about my pets..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"dog" x2, choral repeat x3. Meaning: كلب. Sentence: This is my dog..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"cat" x2, choral repeat x3. Meaning: قطة. Sentence: This is my cat..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"fish" x2, choral repeat x3. Meaning: سمكة. Sentence: I have a fish..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"bird" x2, choral repeat x3. Meaning: طائر. Sentence: I have a bird..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"rabbit" x2, choral repeat x3. Meaning: أرنب. Sentence: This is my rabbit..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"turtle" x2, choral repeat x3. Meaning: سلحفاة. Sentence: It is a turtle..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"hamster" x2, choral repeat x3. Meaning: هامستر. Sentence: It is a hamster..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"pet" x2, choral repeat x3. Meaning: حيوان أليف. Sentence: This is my pet..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dog (كلب).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cat (قطة).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fish (سمكة).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hamster.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pet.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PETS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  •  cat  •  fish  •  bird  •  rabbit  •  turtle  •  hamster  •  pet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talk about my pets.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Pets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  —  كلب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  —  قطة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  —  سمكة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bird  —  طائر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  —  أرنب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turtle  —  سلحفاة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hamster  —  هامستر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pet  —  حيوان أليف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dog."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dog."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cat."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cat."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a fish."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a fish."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bird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bird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a bird."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bird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have a bird."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rabbit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أرنب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rabbit."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rabbit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rabbit."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أرنب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turtle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turt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turtle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سلحفاة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turtle."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turtle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turtle."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سلحفاة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hamster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hamst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hamster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هامستر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hamster."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hamster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hamster."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هامستر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pe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حيوان أليف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pet."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pet."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حيوان أليف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dog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cat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fish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bird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rabbit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turtle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hamster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pet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"هامستر"?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hamster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"حيوان أليف"?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hamster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16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16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16 — My Pets</dc:title>
  <dc:subject>PptxGenJS Presentation</dc:subject>
  <dc:creator>Lumio English</dc:creator>
  <cp:lastModifiedBy>Lumio English</cp:lastModifiedBy>
  <cp:revision>1</cp:revision>
  <dcterms:created xsi:type="dcterms:W3CDTF">2026-07-19T16:34:34Z</dcterms:created>
  <dcterms:modified xsi:type="dcterms:W3CDTF">2026-07-19T16:34:34Z</dcterms:modified>
</cp:coreProperties>
</file>