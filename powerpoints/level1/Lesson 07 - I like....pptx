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 like.... Goal: I can talk about my favorite food..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"apple" x2, choral repeat x3. Meaning: تفاحة. Sentence: I like apples..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"banana" x2, choral repeat x3. Meaning: موز. Sentence: I like bananas..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"juice" x2, choral repeat x3. Meaning: عصير. Sentence: I like juice..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"milk" x2, choral repeat x3. Meaning: حليب. Sentence: I like milk..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"cake" x2, choral repeat x3. Meaning: كعكة. Sentence: I like cake..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"ice cream" x2, choral repeat x3. Meaning: آيس كريم. Sentence: I like ice cream..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"pizza" x2, choral repeat x3. Meaning: بيتزا. Sentence: I like pizza..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"bread" x2, choral repeat x3. Meaning: خبز. Sentence: I like bread..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apple (تفاحة).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banana (موز).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juice (عصير).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pizza.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bread.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 LIKE...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•  banana  •  juice  •  milk  •  cake  •  ice cream  •  pizza  •  bread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my favorite food.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 like...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—  تفاحة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banana  —  موز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  —  عصير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milk  —  حليب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  —  كعكة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  —  آيس كريم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pizza  —  بيتزا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  —  خبز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apples."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apples."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banana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banana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موز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bananas."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banana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bananas."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موز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juice."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juice."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milk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milk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حليب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milk."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milk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milk."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حليب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cake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كعكة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cake."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cake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cake."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كعكة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33" name="Shape 3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4600" dirty="0"/>
          </a:p>
        </p:txBody>
      </p:sp>
      <p:sp>
        <p:nvSpPr>
          <p:cNvPr id="35" name="Shape 32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ice cream."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ice cream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ice cream."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آيس كريم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pizza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pizz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pizza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بيتزا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pizza."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pizza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pizza."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بيتزا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خبز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bread."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bread."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خبز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apple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banana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juice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milk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cake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ice cream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pizza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bread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"بيتزا"?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pizza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"خبز"?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cake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ice cream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7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7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7 — I like...</dc:title>
  <dc:subject>PptxGenJS Presentation</dc:subject>
  <dc:creator>Lumio English</dc:creator>
  <cp:lastModifiedBy>Lumio English</cp:lastModifiedBy>
  <cp:revision>1</cp:revision>
  <dcterms:created xsi:type="dcterms:W3CDTF">2026-07-19T16:34:27Z</dcterms:created>
  <dcterms:modified xsi:type="dcterms:W3CDTF">2026-07-19T16:34:27Z</dcterms:modified>
</cp:coreProperties>
</file>