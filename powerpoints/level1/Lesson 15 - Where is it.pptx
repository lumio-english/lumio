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Where is it?. Goal: I can describe where things are..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"in" x2, choral repeat x3. Meaning: في. Sentence: The ball is in the box..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"i..."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"on" x2, choral repeat x3. Meaning: على. Sentence: The book is on the table..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"o..."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"under" x2, choral repeat x3. Meaning: تحت. Sentence: The cat is under the chair..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"u..."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"box" x2, choral repeat x3. Meaning: صندوق. Sentence: It is in the box..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"table" x2, choral repeat x3. Meaning: طاولة. Sentence: It is on the table..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"chair" x2, choral repeat x3. Meaning: كرسي. Sentence: It is under the chair..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"ball" x2, choral repeat x3. Meaning: كرة. Sentence: Where is the ball?.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"book" x2, choral repeat x3. Meaning: كتاب. Sentence: The book is on the table..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in (في). Hint if needed: "i..."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on (على). Hint if needed: "o..."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under (تحت). Hint if needed: "u..."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ball.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book.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4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6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9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WHERE IS IT?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in  •  on  •  under  •  box  •  table  •  chair  •  ball  •  book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8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8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8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describe where things are.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Where is it?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in  —  في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on  —  على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under  —  تحت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box  —  صندوق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table  —  طاولة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chair  —  كرسي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  —  كرة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book  —  كتاب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in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i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in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في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ball is in the box."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in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ball is in the box."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في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o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on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على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book is on the table."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book is on the table."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على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under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unde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under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تحت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cat is under the chair."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under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cat is under the chair."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تحت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box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X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box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صندوق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in the box."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box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in the box."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صندوق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table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tabl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table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طاولة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on the table."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table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on the table."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طاولة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chair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chai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chair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كرسي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under the chair."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chair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under the chair."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كرسي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ball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كرة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"Where is the ball?"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ball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"Where is the ball?"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book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book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كتاب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book is on the table."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book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book is on the table."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كتاب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in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on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under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box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table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chair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ball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book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i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o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unde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"كرة"?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table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box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"كتاب"?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book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table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15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15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15 — Where is it?</dc:title>
  <dc:subject>PptxGenJS Presentation</dc:subject>
  <dc:creator>Lumio English</dc:creator>
  <cp:lastModifiedBy>Lumio English</cp:lastModifiedBy>
  <cp:revision>1</cp:revision>
  <dcterms:created xsi:type="dcterms:W3CDTF">2026-07-19T16:34:34Z</dcterms:created>
  <dcterms:modified xsi:type="dcterms:W3CDTF">2026-07-19T16:34:34Z</dcterms:modified>
</cp:coreProperties>
</file>