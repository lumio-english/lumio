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Weather. Goal: I can talk about the weather..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"sunny" x2, choral repeat x3. Meaning: مشمس. Sentence: It is sunny..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"rainy" x2, choral repeat x3. Meaning: ممطر. Sentence: It is rainy..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"cloudy" x2, choral repeat x3. Meaning: غائم. Sentence: It is cloudy..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"windy" x2, choral repeat x3. Meaning: عاصف. Sentence: It is windy..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"snowy" x2, choral repeat x3. Meaning: مثلج. Sentence: It is snowy..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"hot" x2, choral repeat x3. Meaning: حار. Sentence: It is hot..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"cold" x2, choral repeat x3. Meaning: بارد. Sentence: It is cold..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"stormy" x2, choral repeat x3. Meaning: عاصف جداً. Sentence: It is stormy..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sunny (مشمس).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rainy (ممطر).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cloudy (غائم).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cold.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stormy.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WEATHER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sunny  •  rainy  •  cloudy  •  windy  •  snowy  •  hot  •  cold  •  stormy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talk about the weather.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Weather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sunny  —  مشمس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rainy  —  ممطر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cloudy  —  غائم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windy  —  عاصف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snowy  —  مثلج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  —  حار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cold  —  بارد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stormy  —  عاصف جداً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sunny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un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sunny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مشمس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sunny."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sunny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sunny."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مشمس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rainy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rai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rainy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ممطر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rainy."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rainy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rainy."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ممطر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cloudy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loud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cloudy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غائم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cloudy."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cloudy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cloudy."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غائم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windy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wind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windy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عاصف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windy."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windy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windy."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عاصف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snowy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now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snowy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مثلج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snowy."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snowy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snowy."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مثلج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ho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حار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hot."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hot."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حار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cold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ol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cold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بارد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cold."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cold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cold."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بارد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stormy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torm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stormy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عاصف جداً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stormy."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stormy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stormy."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عاصف جداً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sunny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rainy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cloudy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windy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snowy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hot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cold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stormy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un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rai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cloud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"بارد"?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stormy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"عاصف جداً"?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stormy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snowy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cloudy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12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12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12 — Weather</dc:title>
  <dc:subject>PptxGenJS Presentation</dc:subject>
  <dc:creator>Lumio English</dc:creator>
  <cp:lastModifiedBy>Lumio English</cp:lastModifiedBy>
  <cp:revision>1</cp:revision>
  <dcterms:created xsi:type="dcterms:W3CDTF">2026-07-19T16:34:32Z</dcterms:created>
  <dcterms:modified xsi:type="dcterms:W3CDTF">2026-07-19T16:34:32Z</dcterms:modified>
</cp:coreProperties>
</file>