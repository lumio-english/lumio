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At the Park. Goal: I can talk about activities at the park..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"slide" x2, choral repeat x3. Meaning: زحليقة. Sentence: I play on the slide..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"swing" x2, choral repeat x3. Meaning: أرجوحة. Sentence: I play on the swing..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"tree" x2, choral repeat x3. Meaning: شجرة. Sentence: It is a tree..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"flower" x2, choral repeat x3. Meaning: زهرة. Sentence: It is a flower..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"bench" x2, choral repeat x3. Meaning: مقعد. Sentence: Sit on the bench..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I play with a ball..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"kite" x2, choral repeat x3. Meaning: طائرة ورقية. Sentence: I fly a kite..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"park" x2, choral repeat x3. Meaning: حديقة. Sentence: I go to the park..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slide (زحليقة).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swing (أرجوحة).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tree (شجرة).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kite.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park.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AT THE PARK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slide  •  swing  •  tree  •  flower  •  bench  •  ball  •  kite  •  park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activities at the park.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At the Park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slide  —  زحليقة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swing  —  أرجوحة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tree  —  شجرة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flower  —  زهرة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bench  —  مقعد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  —  طائرة ورقية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park  —  حديقة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slide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lid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slide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زحليقة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on the slide."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slide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on the slide."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زحليقة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swing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w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swing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أرجوحة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on the swing."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swing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on the swing."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أرجوحة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tree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شجرة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tree."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tree."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شجرة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flower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flow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flower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زهرة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flower."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flower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flower."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زهرة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bench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ben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bench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مقعد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"Sit on the bench."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bench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"Sit on the bench."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مقعد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with a ball."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play with a ball."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kite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طائرة ورقية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fly a kite."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kite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fly a kite."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طائرة ورقية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park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pa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park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حديقة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go to the park."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park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go to the park."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حديقة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slide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swing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tree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flower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bench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ball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kite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park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lid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w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"طائرة ورقية"?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swing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slide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"حديقة"?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slide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bench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park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17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17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17 — At the Park</dc:title>
  <dc:subject>PptxGenJS Presentation</dc:subject>
  <dc:creator>Lumio English</dc:creator>
  <cp:lastModifiedBy>Lumio English</cp:lastModifiedBy>
  <cp:revision>1</cp:revision>
  <dcterms:created xsi:type="dcterms:W3CDTF">2026-07-19T16:34:35Z</dcterms:created>
  <dcterms:modified xsi:type="dcterms:W3CDTF">2026-07-19T16:34:35Z</dcterms:modified>
</cp:coreProperties>
</file>