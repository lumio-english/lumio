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Days of the Week. Goal: I can say the days of the week..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"Monday" x2, choral repeat x3. Meaning: الاثنين. Sentence: Today is Monday..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"M..."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"Tuesday" x2, choral repeat x3. Meaning: الثلاثاء. Sentence: Today is Tuesday..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"T..."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"Wednesday" x2, choral repeat x3. Meaning: الأربعاء. Sentence: Today is Wednesday..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"W..."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"Thursday" x2, choral repeat x3. Meaning: الخميس. Sentence: Today is Thursday..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"T..."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"Friday" x2, choral repeat x3. Meaning: الجمعة. Sentence: Today is Friday..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"F..."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"Saturday" x2, choral repeat x3. Meaning: السبت. Sentence: Today is Saturday..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"Sunday" x2, choral repeat x3. Meaning: الأحد. Sentence: Today is Sunday..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Monday (الاثنين). Hint if needed: "M..."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Tuesday (الثلاثاء). Hint if needed: "T..."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Wednesday (الأربعاء). Hint if needed: "W..."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Saturday.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Sunday.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6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jp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jp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2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4-3.jp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6-3.jp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8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6-3.jp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jp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jp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7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DAYS OF THE WEEK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Monday  •  Tuesday  •  Wednesday  •  Thursday  •  Friday  •  Saturday  •  Sunday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LEVEL 1  ·  7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7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7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I can say the days of the week.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Days of the Week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Monday  —  الاثنين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Tuesday  —  الثلاثاء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Wednesday  —  الأربعاء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Thursday  —  الخميس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Friday  —  الجمعة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Saturday  —  السبت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Sunday  —  الأحد
</a:t>
            </a:r>
            <a:endParaRPr lang="en-US" sz="14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Monday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5" name="Image 1" descr="/home/claude/Lumio-English/assets/vocab/monda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Monday</a:t>
            </a:r>
            <a:endParaRPr lang="en-US" sz="4600" dirty="0"/>
          </a:p>
        </p:txBody>
      </p:sp>
      <p:sp>
        <p:nvSpPr>
          <p:cNvPr id="18" name="Shape 14"/>
          <p:cNvSpPr/>
          <p:nvPr/>
        </p:nvSpPr>
        <p:spPr>
          <a:xfrm>
            <a:off x="5824728" y="288036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9" name="Text 15"/>
          <p:cNvSpPr/>
          <p:nvPr/>
        </p:nvSpPr>
        <p:spPr>
          <a:xfrm>
            <a:off x="5824728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الاثنين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"Today is Monday."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3" name="Text 1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4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Monday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"Today is Monday."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الاثنين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Tuesday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5" name="Image 1" descr="/home/claude/Lumio-English/assets/vocab/tuesda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Tuesday</a:t>
            </a:r>
            <a:endParaRPr lang="en-US" sz="4600" dirty="0"/>
          </a:p>
        </p:txBody>
      </p:sp>
      <p:sp>
        <p:nvSpPr>
          <p:cNvPr id="18" name="Shape 14"/>
          <p:cNvSpPr/>
          <p:nvPr/>
        </p:nvSpPr>
        <p:spPr>
          <a:xfrm>
            <a:off x="5824728" y="288036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9" name="Text 15"/>
          <p:cNvSpPr/>
          <p:nvPr/>
        </p:nvSpPr>
        <p:spPr>
          <a:xfrm>
            <a:off x="5824728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الثلاثاء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"Today is Tuesday."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3" name="Text 1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4" name="Image 2" descr="/home/claude/Lumio-English/assets/scenes/chars/noo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Tuesday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"Today is Tuesday."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الثلاثاء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Wednesday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5" name="Image 1" descr="/home/claude/Lumio-English/assets/vocab/wednesda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Wednesday</a:t>
            </a:r>
            <a:endParaRPr lang="en-US" sz="4600" dirty="0"/>
          </a:p>
        </p:txBody>
      </p:sp>
      <p:sp>
        <p:nvSpPr>
          <p:cNvPr id="18" name="Shape 14"/>
          <p:cNvSpPr/>
          <p:nvPr/>
        </p:nvSpPr>
        <p:spPr>
          <a:xfrm>
            <a:off x="5824728" y="288036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9" name="Text 15"/>
          <p:cNvSpPr/>
          <p:nvPr/>
        </p:nvSpPr>
        <p:spPr>
          <a:xfrm>
            <a:off x="5824728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الأربعاء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"Today is Wednesday."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3" name="Text 1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4" name="Image 2" descr="/home/claude/Lumio-English/assets/scenes/chars/sara-expl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Wednesday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"Today is Wednesday."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الأربعاء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Thursday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5" name="Image 1" descr="/home/claude/Lumio-English/assets/vocab/thursda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Thursday</a:t>
            </a:r>
            <a:endParaRPr lang="en-US" sz="4600" dirty="0"/>
          </a:p>
        </p:txBody>
      </p:sp>
      <p:sp>
        <p:nvSpPr>
          <p:cNvPr id="18" name="Shape 14"/>
          <p:cNvSpPr/>
          <p:nvPr/>
        </p:nvSpPr>
        <p:spPr>
          <a:xfrm>
            <a:off x="5824728" y="288036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9" name="Text 15"/>
          <p:cNvSpPr/>
          <p:nvPr/>
        </p:nvSpPr>
        <p:spPr>
          <a:xfrm>
            <a:off x="5824728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الخميس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"Today is Thursday."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3" name="Text 1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4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Thursday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"Today is Thursday."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الخميس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Friday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5" name="Image 1" descr="/home/claude/Lumio-English/assets/vocab/frida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Friday</a:t>
            </a:r>
            <a:endParaRPr lang="en-US" sz="4600" dirty="0"/>
          </a:p>
        </p:txBody>
      </p:sp>
      <p:sp>
        <p:nvSpPr>
          <p:cNvPr id="18" name="Shape 14"/>
          <p:cNvSpPr/>
          <p:nvPr/>
        </p:nvSpPr>
        <p:spPr>
          <a:xfrm>
            <a:off x="5824728" y="288036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9" name="Text 15"/>
          <p:cNvSpPr/>
          <p:nvPr/>
        </p:nvSpPr>
        <p:spPr>
          <a:xfrm>
            <a:off x="5824728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الجمعة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"Today is Friday."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3" name="Text 1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4" name="Image 2" descr="/home/claude/Lumio-English/assets/scenes/chars/noo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Friday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"Today is Friday."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الجمعة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Saturday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5" name="Image 1" descr="/home/claude/Lumio-English/assets/vocab/saturda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Saturday</a:t>
            </a:r>
            <a:endParaRPr lang="en-US" sz="4600" dirty="0"/>
          </a:p>
        </p:txBody>
      </p:sp>
      <p:sp>
        <p:nvSpPr>
          <p:cNvPr id="18" name="Shape 14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9" name="Text 15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السبت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"Today is Saturday."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3" name="Text 1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4" name="Image 2" descr="/home/claude/Lumio-English/assets/scenes/chars/sara-expl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Saturday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"Today is Saturday."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السبت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Sunday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5" name="Image 1" descr="/home/claude/Lumio-English/assets/vocab/sunda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Sunday</a:t>
            </a:r>
            <a:endParaRPr lang="en-US" sz="4600" dirty="0"/>
          </a:p>
        </p:txBody>
      </p:sp>
      <p:sp>
        <p:nvSpPr>
          <p:cNvPr id="18" name="Shape 14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9" name="Text 15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الأحد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"Today is Sunday."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3" name="Text 1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4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Sunday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"Today is Sunday."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الأحد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Monday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Tuesday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Wednesday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Thursday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Friday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Saturday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7. Sunday
</a:t>
            </a:r>
            <a:endParaRPr lang="en-US" sz="14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monda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tuesda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wednesda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"السبت"?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Saturday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Thursday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Monday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"الأحد"?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Saturday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Wednesday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Sunday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26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13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27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13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1 · First Sentences Lesson 13 — Days of the Week</dc:title>
  <dc:subject>PptxGenJS Presentation</dc:subject>
  <dc:creator>Lumio English</dc:creator>
  <cp:lastModifiedBy>Lumio English</cp:lastModifiedBy>
  <cp:revision>1</cp:revision>
  <dcterms:created xsi:type="dcterms:W3CDTF">2026-07-19T16:34:32Z</dcterms:created>
  <dcterms:modified xsi:type="dcterms:W3CDTF">2026-07-19T16:34:32Z</dcterms:modified>
</cp:coreProperties>
</file>