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This is.... Goal: I can introduce people..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character by name. Ask students to wave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"boy" x2, choral repeat x3. Meaning: ولد. Sentence: This is a boy..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"girl" x2, choral repeat x3. Meaning: بنت. Sentence: This is a girl..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"teacher" x2, choral repeat x3. Meaning: معلم. Sentence: This is a teacher..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"friend" x2, choral repeat x3. Meaning: صديق. Sentence: This is my friend..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"mom" x2, choral repeat x3. Meaning: أمي. Sentence: This is my mom..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"dad" x2, choral repeat x3. Meaning: أبي. Sentence: This is my dad..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boy (ولد).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girl (بنت).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teacher (معلم).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mom.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dad.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THIS IS...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  •  girl  •  teacher  •  friend  •  mom  •  dad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Meet Your Friends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the team!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Sara is your teacher.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Omar and Noor are your classmates.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 is our little helper!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noor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172137"/>
            <a:ext cx="2084832" cy="34115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introduce people.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This is...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  —  ولد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  —  بنت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 —  معلم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  —  صديق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  —  أمي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dad  —  أبي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ولد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boy."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boy."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ولد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girl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بنت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girl."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girl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girl."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teacher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معلم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teacher."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teacher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a teacher."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معلم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friend."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friend."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أمي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mom."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mom."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أمي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dad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dad."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dad."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boy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girl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teacher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friend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mom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dad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13" dirty="0"/>
          </a:p>
        </p:txBody>
      </p:sp>
      <p:sp>
        <p:nvSpPr>
          <p:cNvPr id="11" name="Shape 8"/>
          <p:cNvSpPr/>
          <p:nvPr/>
        </p:nvSpPr>
        <p:spPr>
          <a:xfrm>
            <a:off x="563880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63880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13" dirty="0"/>
          </a:p>
        </p:txBody>
      </p:sp>
      <p:sp>
        <p:nvSpPr>
          <p:cNvPr id="13" name="Shape 10"/>
          <p:cNvSpPr/>
          <p:nvPr/>
        </p:nvSpPr>
        <p:spPr>
          <a:xfrm>
            <a:off x="661416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16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13" dirty="0"/>
          </a:p>
        </p:txBody>
      </p:sp>
      <p:sp>
        <p:nvSpPr>
          <p:cNvPr id="15" name="Shape 12"/>
          <p:cNvSpPr/>
          <p:nvPr/>
        </p:nvSpPr>
        <p:spPr>
          <a:xfrm>
            <a:off x="466344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13" dirty="0"/>
          </a:p>
        </p:txBody>
      </p:sp>
      <p:sp>
        <p:nvSpPr>
          <p:cNvPr id="17" name="Shape 14"/>
          <p:cNvSpPr/>
          <p:nvPr/>
        </p:nvSpPr>
        <p:spPr>
          <a:xfrm>
            <a:off x="563880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63880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13" dirty="0"/>
          </a:p>
        </p:txBody>
      </p:sp>
      <p:sp>
        <p:nvSpPr>
          <p:cNvPr id="19" name="Shape 16"/>
          <p:cNvSpPr/>
          <p:nvPr/>
        </p:nvSpPr>
        <p:spPr>
          <a:xfrm>
            <a:off x="661416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16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13" dirty="0"/>
          </a:p>
        </p:txBody>
      </p:sp>
      <p:sp>
        <p:nvSpPr>
          <p:cNvPr id="21" name="Shape 18"/>
          <p:cNvSpPr/>
          <p:nvPr/>
        </p:nvSpPr>
        <p:spPr>
          <a:xfrm>
            <a:off x="4663440" y="345948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345948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13" dirty="0"/>
          </a:p>
        </p:txBody>
      </p:sp>
      <p:sp>
        <p:nvSpPr>
          <p:cNvPr id="23" name="Text 20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4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"أمي"?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"أبي"?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 — This is...</dc:title>
  <dc:subject>PptxGenJS Presentation</dc:subject>
  <dc:creator>Lumio English</dc:creator>
  <cp:lastModifiedBy>Lumio English</cp:lastModifiedBy>
  <cp:revision>1</cp:revision>
  <dcterms:created xsi:type="dcterms:W3CDTF">2026-07-19T16:34:23Z</dcterms:created>
  <dcterms:modified xsi:type="dcterms:W3CDTF">2026-07-19T16:34:23Z</dcterms:modified>
</cp:coreProperties>
</file>