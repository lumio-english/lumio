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What color is it?. Goal: I can ask and answer about colors..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"red" x2, choral repeat x3. Meaning: أحمر. Sentence: It is red..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"blue" x2, choral repeat x3. Meaning: أزرق. Sentence: It is blue..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"green" x2, choral repeat x3. Meaning: أخضر. Sentence: It is green..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"yellow" x2, choral repeat x3. Meaning: أصفر. Sentence: It is yellow..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"y..."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"black" x2, choral repeat x3. Meaning: أسود. Sentence: It is black..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"white" x2, choral repeat x3. Meaning: أبيض. Sentence: It is white..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"w..."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"pink" x2, choral repeat x3. Meaning: وردي. Sentence: It is pink..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"orange" x2, choral repeat x3. Meaning: برتقالي. Sentence: It is orange..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red (أحمر).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blue (أزرق).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green (أخضر).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pink.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orange.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COLOR IS IT?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  •  blue  •  green  •  yellow  •  black  •  white  •  pink  •  orange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ask and answer about colors.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What color is it?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  —  أحمر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blue  —  أزرق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green  —  أخضر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yellow  —  أصفر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black  —  أسود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white  —  أبيض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pink  —  وردي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  —  برتقالي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أحمر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red."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red."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أحمر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blue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blue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أزرق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blue."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blue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blue."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أزرق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green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green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أخضر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green."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green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green."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أخضر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yellow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467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yellow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أصفر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yellow."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yellow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yellow."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أصفر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black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black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أسود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black."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black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black."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أسود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white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white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أبيض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white."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white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white."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أبيض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pink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pink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وردي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pink."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pink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pink."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وردي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orange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برتقالي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orange."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orange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orange."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برتقالي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red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blue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green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yellow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black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white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pink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orange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"وردي"?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pink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"برتقالي"?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white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black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6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6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6 — What color is it?</dc:title>
  <dc:subject>PptxGenJS Presentation</dc:subject>
  <dc:creator>Lumio English</dc:creator>
  <cp:lastModifiedBy>Lumio English</cp:lastModifiedBy>
  <cp:revision>1</cp:revision>
  <dcterms:created xsi:type="dcterms:W3CDTF">2026-07-19T16:34:27Z</dcterms:created>
  <dcterms:modified xsi:type="dcterms:W3CDTF">2026-07-19T16:34:27Z</dcterms:modified>
</cp:coreProperties>
</file>