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Clothes. Goal: I can name clothes and say what I am wearing..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"shirt" x2, choral repeat x3. Meaning: قميص. Sentence: It is a shirt..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"dress" x2, choral repeat x3. Meaning: فستان. Sentence: It is a dress..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"pants" x2, choral repeat x3. Meaning: بنطال. Sentence: These are pants..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"shoes" x2, choral repeat x3. Meaning: حذاء. Sentence: These are my shoes..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"hat" x2, choral repeat x3. Meaning: قبعة. Sentence: It is a hat..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"jacket" x2, choral repeat x3. Meaning: سترة. Sentence: It is a jacket..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"socks" x2, choral repeat x3. Meaning: جوارب. Sentence: These are socks..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"T-shirt" x2, choral repeat x3. Meaning: تي شيرت. Sentence: It is a T-shirt..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shirt (قميص).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dress (فستان).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pants (بنطال).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socks.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T-shirt.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CLOTHES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shirt  •  dress  •  pants  •  shoes  •  hat  •  jacket  •  socks  •  T-shirt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name clothes and say what I am wearing.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Clothes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shirt  —  قميص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dress  —  فستان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pants  —  بنطال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shoes  —  حذاء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hat  —  قبعة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jacket  —  سترة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socks  —  جوارب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T-shirt  —  تي شيرت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shirt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hi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shirt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قميص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shirt."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shirt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shirt."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قميص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dress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dres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dress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فستان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dress."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dress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dress."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فستان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pants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pant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pants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بنطال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pants."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pants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pants."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بنطال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shoes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hoe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shoes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حذاء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my shoes."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shoes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my shoes."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حذاء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hat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قبعة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hat."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قبعة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jacket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jacke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jacket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سترة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jacket."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jacket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jacket."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سترة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socks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ock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socks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جوارب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socks."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socks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"These are socks."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جوارب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T-shirt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t-shi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T-shirt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تي شيرت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T-shirt."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T-shirt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T-shirt."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تي شيرت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shirt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dress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pants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shoes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hat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jacket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socks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T-shirt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hi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dres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pant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"جوارب"?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dress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socks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jacket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"تي شيرت"?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socks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jacket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T-shirt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11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11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11 — Clothes</dc:title>
  <dc:subject>PptxGenJS Presentation</dc:subject>
  <dc:creator>Lumio English</dc:creator>
  <cp:lastModifiedBy>Lumio English</cp:lastModifiedBy>
  <cp:revision>1</cp:revision>
  <dcterms:created xsi:type="dcterms:W3CDTF">2026-07-19T16:34:31Z</dcterms:created>
  <dcterms:modified xsi:type="dcterms:W3CDTF">2026-07-19T16:34:31Z</dcterms:modified>
</cp:coreProperties>
</file>