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Today: My House. Goal: I can name rooms in my house..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greeting. Set a positive, energetic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goals aloud. Keep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minutes, high energy, physical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words quickly. Don't teach yet, just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"house" x2, choral repeat x3. Meaning: منزل. Sentence: This is my house..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"h..."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"bedroom" x2, choral repeat x3. Meaning: غرفة النوم. Sentence: This is my bedroom..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"kitchen" x2, choral repeat x3. Meaning: المطبخ. Sentence: This is the kitchen..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"k..."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"bathroom" x2, choral repeat x3. Meaning: الحمام. Sentence: This is the bathroom..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"living room" x2, choral repeat x3. Meaning: غرفة المعيشة. Sentence: This is the living room..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"l..."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"door" x2, choral repeat x3. Meaning: باب. Sentence: Open the door..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"d..."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"window" x2, choral repeat x3. Meaning: نافذة. Sentence: Close the window..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"w..."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and say each word, students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house (منزل). Hint if needed: "h..."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bedroom (غرفة النوم).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kitchen (المطبخ). Hint if needed: "k..."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door.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window.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Praise students by name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homework. Warm goodbye.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6-3.jp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jp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jp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2-3.jp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4-3.jp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6-3.jp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8-3.jp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6-3.jp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jp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jp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7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771632" y="3200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71632" y="320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LESSON
</a:t>
            </a:r>
            <a:endParaRPr lang="en-US" sz="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603504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HOUSE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house  •  bedroom  •  kitchen  •  bathroom  •  living room  •  door  •  window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LEVEL 1  ·  7 NEW WORDS</a:t>
            </a:r>
            <a:endParaRPr lang="en-US" sz="1100" dirty="0"/>
          </a:p>
        </p:txBody>
      </p:sp>
      <p:pic>
        <p:nvPicPr>
          <p:cNvPr id="12" name="Image 1" descr="/home/claude/Lumio-English/assets/scenes/chars/lumi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54802"/>
            <a:ext cx="4480560" cy="482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Welcome to Lumio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Hello, little star!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says: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Today we learn 7 new words!"
</a:t>
            </a:r>
            <a:endParaRPr lang="en-US" sz="1700" dirty="0"/>
          </a:p>
        </p:txBody>
      </p:sp>
      <p:pic>
        <p:nvPicPr>
          <p:cNvPr id="11" name="Image 1" descr="/home/claude/Lumio-English/assets/scenes/chars/lumi-wave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09039"/>
            <a:ext cx="2057400" cy="227464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Today's Goals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By the end, you will: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Say 7 new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I can name rooms in my house.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Play games and earn stars
</a:t>
            </a:r>
            <a:endParaRPr lang="en-US" sz="1700" dirty="0"/>
          </a:p>
        </p:txBody>
      </p:sp>
      <p:pic>
        <p:nvPicPr>
          <p:cNvPr id="11" name="Image 1" descr="/home/claude/Lumio-English/assets/scenes/chars/lumi-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72244"/>
            <a:ext cx="2057400" cy="3011436"/>
          </a:xfrm>
          <a:prstGeom prst="rect">
            <a:avLst/>
          </a:prstGeom>
        </p:spPr>
      </p:pic>
      <p:pic>
        <p:nvPicPr>
          <p:cNvPr id="12" name="Image 2" descr="/home/claude/Lumio-English/assets/scenes/chars/sara-teach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63661"/>
            <a:ext cx="2084832" cy="21200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Warm-up • My House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Let's get ready!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up and stretch!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a friend.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your hands three times!
</a:t>
            </a:r>
            <a:endParaRPr lang="en-US" sz="1700" dirty="0"/>
          </a:p>
        </p:txBody>
      </p:sp>
      <p:pic>
        <p:nvPicPr>
          <p:cNvPr id="1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1" y="2926080"/>
            <a:ext cx="1766217" cy="3657600"/>
          </a:xfrm>
          <a:prstGeom prst="rect">
            <a:avLst/>
          </a:prstGeom>
        </p:spPr>
      </p:pic>
      <p:pic>
        <p:nvPicPr>
          <p:cNvPr id="12" name="Image 2" descr="/home/claude/Lumio-English/assets/scenes/chars/noor-ju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76250"/>
            <a:ext cx="2084832" cy="3007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Words for 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new words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house  —  منزل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bedroom  —  غرفة النوم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kitchen  —  المطبخ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bathroom  —  الحمام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living room  —  غرفة المعيشة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door  —  باب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window  —  نافذة
</a:t>
            </a:r>
            <a:endParaRPr lang="en-US" sz="1400" dirty="0"/>
          </a:p>
        </p:txBody>
      </p:sp>
      <p:pic>
        <p:nvPicPr>
          <p:cNvPr id="11" name="Image 1" descr="/home/claude/Lumio-English/assets/scenes/chars/lumi-teach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359143"/>
            <a:ext cx="2084832" cy="2224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house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5" name="Image 1" descr="/home/claude/Lumio-English/assets/vocab/hous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house</a:t>
            </a:r>
            <a:endParaRPr lang="en-US" sz="4600" dirty="0"/>
          </a:p>
        </p:txBody>
      </p:sp>
      <p:sp>
        <p:nvSpPr>
          <p:cNvPr id="18" name="Shape 14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9" name="Text 15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منزل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"This is my house."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3" name="Text 1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4" name="Image 2" descr="/home/claude/Lumio-English/assets/scenes/chars/oma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house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"This is my house."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منزل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bedroom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5" name="Image 1" descr="/home/claude/Lumio-English/assets/vocab/bedroom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bedroom</a:t>
            </a:r>
            <a:endParaRPr lang="en-US" sz="4600" dirty="0"/>
          </a:p>
        </p:txBody>
      </p:sp>
      <p:sp>
        <p:nvSpPr>
          <p:cNvPr id="18" name="Shape 14"/>
          <p:cNvSpPr/>
          <p:nvPr/>
        </p:nvSpPr>
        <p:spPr>
          <a:xfrm>
            <a:off x="5824728" y="2880360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9" name="Text 15"/>
          <p:cNvSpPr/>
          <p:nvPr/>
        </p:nvSpPr>
        <p:spPr>
          <a:xfrm>
            <a:off x="5824728" y="2880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غرفة النوم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"This is my bedroom."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3" name="Text 1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4" name="Image 2" descr="/home/claude/Lumio-English/assets/scenes/chars/noo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bedroom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"This is my bedroom."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غرفة النوم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kitchen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5" name="Image 1" descr="/home/claude/Lumio-English/assets/vocab/kitchen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kitchen</a:t>
            </a:r>
            <a:endParaRPr lang="en-US" sz="4600" dirty="0"/>
          </a:p>
        </p:txBody>
      </p:sp>
      <p:sp>
        <p:nvSpPr>
          <p:cNvPr id="18" name="Shape 14"/>
          <p:cNvSpPr/>
          <p:nvPr/>
        </p:nvSpPr>
        <p:spPr>
          <a:xfrm>
            <a:off x="5824728" y="288036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9" name="Text 15"/>
          <p:cNvSpPr/>
          <p:nvPr/>
        </p:nvSpPr>
        <p:spPr>
          <a:xfrm>
            <a:off x="5824728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المطبخ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"This is the kitchen."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3" name="Text 1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4" name="Image 2" descr="/home/claude/Lumio-English/assets/scenes/chars/sara-expl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kitchen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"This is the kitchen."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المطبخ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bathroom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5" name="Image 1" descr="/home/claude/Lumio-English/assets/vocab/bathroom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bathroom</a:t>
            </a:r>
            <a:endParaRPr lang="en-US" sz="4600" dirty="0"/>
          </a:p>
        </p:txBody>
      </p:sp>
      <p:sp>
        <p:nvSpPr>
          <p:cNvPr id="18" name="Shape 14"/>
          <p:cNvSpPr/>
          <p:nvPr/>
        </p:nvSpPr>
        <p:spPr>
          <a:xfrm>
            <a:off x="5824728" y="288036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9" name="Text 15"/>
          <p:cNvSpPr/>
          <p:nvPr/>
        </p:nvSpPr>
        <p:spPr>
          <a:xfrm>
            <a:off x="5824728" y="28803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الحمام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"This is the bathroom."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3" name="Text 1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4" name="Image 2" descr="/home/claude/Lumio-English/assets/scenes/chars/oma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bathroom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"This is the bathroom."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210312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الحمام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living room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5" name="Image 1" descr="/home/claude/Lumio-English/assets/vocab/living-room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living room</a:t>
            </a:r>
            <a:endParaRPr lang="en-US" sz="4600" dirty="0"/>
          </a:p>
        </p:txBody>
      </p:sp>
      <p:sp>
        <p:nvSpPr>
          <p:cNvPr id="18" name="Shape 14"/>
          <p:cNvSpPr/>
          <p:nvPr/>
        </p:nvSpPr>
        <p:spPr>
          <a:xfrm>
            <a:off x="5824728" y="2880360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9" name="Text 15"/>
          <p:cNvSpPr/>
          <p:nvPr/>
        </p:nvSpPr>
        <p:spPr>
          <a:xfrm>
            <a:off x="5824728" y="2880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غرفة المعيشة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"This is the living room."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3" name="Text 1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4" name="Image 2" descr="/home/claude/Lumio-English/assets/scenes/chars/noo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living room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"This is the living room."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غرفة المعيشة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door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5" name="Image 1" descr="/home/claude/Lumio-English/assets/vocab/door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door</a:t>
            </a:r>
            <a:endParaRPr lang="en-US" sz="4600" dirty="0"/>
          </a:p>
        </p:txBody>
      </p:sp>
      <p:sp>
        <p:nvSpPr>
          <p:cNvPr id="18" name="Shape 14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9" name="Text 15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باب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"Open the door."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3" name="Text 1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4" name="Image 2" descr="/home/claude/Lumio-English/assets/scenes/chars/sara-expl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door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"Open the door."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باب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window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5" name="Image 1" descr="/home/claude/Lumio-English/assets/vocab/window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window</a:t>
            </a:r>
            <a:endParaRPr lang="en-US" sz="4600" dirty="0"/>
          </a:p>
        </p:txBody>
      </p:sp>
      <p:sp>
        <p:nvSpPr>
          <p:cNvPr id="18" name="Shape 14"/>
          <p:cNvSpPr/>
          <p:nvPr/>
        </p:nvSpPr>
        <p:spPr>
          <a:xfrm>
            <a:off x="5824728" y="28803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9" name="Text 15"/>
          <p:cNvSpPr/>
          <p:nvPr/>
        </p:nvSpPr>
        <p:spPr>
          <a:xfrm>
            <a:off x="5824728" y="28803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نافذة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"Close the window."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3" name="Text 19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4" name="Image 2" descr="/home/claude/Lumio-English/assets/scenes/chars/oma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window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"Close the window."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نافذة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turn, your turn!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house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bedroom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kitchen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4. bathroom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5. living room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6. door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7. window
</a:t>
            </a:r>
            <a:endParaRPr lang="en-US" sz="1400" dirty="0"/>
          </a:p>
        </p:txBody>
      </p:sp>
      <p:pic>
        <p:nvPicPr>
          <p:cNvPr id="11" name="Image 1" descr="/home/claude/Lumio-English/assets/scenes/chars/sara-c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104" y="2926080"/>
            <a:ext cx="1442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21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8" name="Image 1" descr="/home/claude/Lumio-English/assets/vocab/house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60520" y="1325880"/>
            <a:ext cx="384048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0" name="Image 2" descr="/home/claude/Lumio-English/assets/scenes/chars/omar-th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22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8" name="Image 1" descr="/home/claude/Lumio-English/assets/vocab/bedroom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60520" y="1325880"/>
            <a:ext cx="384048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0" name="Image 2" descr="/home/claude/Lumio-English/assets/scenes/chars/omar-th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23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8" name="Image 1" descr="/home/claude/Lumio-English/assets/vocab/kitchen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60520" y="1325880"/>
            <a:ext cx="384048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0" name="Image 2" descr="/home/claude/Lumio-English/assets/scenes/chars/omar-th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1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24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"باب"?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window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house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door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2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25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"نافذة"?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window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bedroom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living room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Reward 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26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80360" y="1371600"/>
            <a:ext cx="6400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job!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 ★  ★  ★  ★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earned 5 stars!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429768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Play Lesson 9 online to keep your streak!</a:t>
            </a:r>
            <a:endParaRPr lang="en-US" sz="1200" dirty="0"/>
          </a:p>
        </p:txBody>
      </p:sp>
      <p:pic>
        <p:nvPicPr>
          <p:cNvPr id="13" name="Image 1" descr="/home/claude/Lumio-English/assets/scenes/chars/lumi-celeb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6680"/>
            <a:ext cx="2423160" cy="2667000"/>
          </a:xfrm>
          <a:prstGeom prst="rect">
            <a:avLst/>
          </a:prstGeom>
        </p:spPr>
      </p:pic>
      <p:pic>
        <p:nvPicPr>
          <p:cNvPr id="14" name="Image 2" descr="/home/claude/Lumio-English/assets/scenes/chars/noor-celeb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89" y="3566160"/>
            <a:ext cx="219881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Homework &amp;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27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See you next time!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Play Lesson 9 on Lumio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each word to your family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Earn your three stars!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1 · First Sentences Lesson 9 — My House</dc:title>
  <dc:subject>PptxGenJS Presentation</dc:subject>
  <dc:creator>Lumio English</dc:creator>
  <cp:lastModifiedBy>Lumio English</cp:lastModifiedBy>
  <cp:revision>1</cp:revision>
  <dcterms:created xsi:type="dcterms:W3CDTF">2026-07-19T16:34:29Z</dcterms:created>
  <dcterms:modified xsi:type="dcterms:W3CDTF">2026-07-19T16:34:29Z</dcterms:modified>
</cp:coreProperties>
</file>