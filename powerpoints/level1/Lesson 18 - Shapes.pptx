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Shapes. Goal: I can name basic shapes..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"circle" x2, choral repeat x3. Meaning: دائرة. Sentence: It is a circle..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"square" x2, choral repeat x3. Meaning: مربع. Sentence: It is a square..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"triangle" x2, choral repeat x3. Meaning: مثلث. Sentence: It is a triangle..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"rectangle" x2, choral repeat x3. Meaning: مستطيل. Sentence: It is a rectangle..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"star" x2, choral repeat x3. Meaning: نجمة. Sentence: It is a star..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"heart" x2, choral repeat x3. Meaning: قلب. Sentence: It is a heart..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"oval" x2, choral repeat x3. Meaning: شكل بيضاوي. Sentence: It is an oval..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"diamond" x2, choral repeat x3. Meaning: معين. Sentence: It is a diamond..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circle (دائرة).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square (مربع).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triangle (مثلث).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oval.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diamond.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4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SHAPES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circle  •  square  •  triangle  •  rectangle  •  star  •  heart  •  oval  •  diamond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name basic shapes.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Shapes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circle  —  دائرة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square  —  مربع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triangle  —  مثلث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rectangle  —  مستطيل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star  —  نجمة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heart  —  قلب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oval  —  شكل بيضاوي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diamond  —  معين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circle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circ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circle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دائرة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circle."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circle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circle."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دائرة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square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quar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square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مربع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square."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square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square."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مربع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triangle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triang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triangle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مثلث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triangle."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triangle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triangle."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مثلث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rectangle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rectang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rectangle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مستطيل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rectangle."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rectangle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rectangle."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مستطيل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star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ta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star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نجمة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star."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star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star."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نجمة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heart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hear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heart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قلب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heart."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heart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heart."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قلب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oval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ova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oval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شكل بيضاوي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an oval."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oval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an oval."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شكل بيضاوي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diamond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diamon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diamond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معين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diamond."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diamond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diamond."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معين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circle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square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triangle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rectangle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star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heart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oval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diamond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circ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squar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triang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"شكل بيضاوي"?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square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triangle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oval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"معين"?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circle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diamond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triangle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18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18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18 — Shapes</dc:title>
  <dc:subject>PptxGenJS Presentation</dc:subject>
  <dc:creator>Lumio English</dc:creator>
  <cp:lastModifiedBy>Lumio English</cp:lastModifiedBy>
  <cp:revision>1</cp:revision>
  <dcterms:created xsi:type="dcterms:W3CDTF">2026-07-19T16:34:36Z</dcterms:created>
  <dcterms:modified xsi:type="dcterms:W3CDTF">2026-07-19T16:34:36Z</dcterms:modified>
</cp:coreProperties>
</file>