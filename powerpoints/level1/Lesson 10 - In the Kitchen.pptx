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In the Kitchen. Goal: I can name things in the kitchen..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"plate" x2, choral repeat x3. Meaning: طبق. Sentence: It is a plate..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"cup" x2, choral repeat x3. Meaning: كوب. Sentence: It is a cup..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"spoon" x2, choral repeat x3. Meaning: ملعقة. Sentence: It is a spoon..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"fork" x2, choral repeat x3. Meaning: شوكة. Sentence: It is a fork..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"knife" x2, choral repeat x3. Meaning: سكين. Sentence: It is a knife..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"k..."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"fridge" x2, choral repeat x3. Meaning: ثلاجة. Sentence: The fridge is big..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"table" x2, choral repeat x3. Meaning: طاولة. Sentence: The cup is on the table..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"chair" x2, choral repeat x3. Meaning: كرسي. Sentence: Sit on the chair..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plate (طبق).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cup (كوب).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spoon (ملعقة).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table.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chair.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2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4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6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9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IN THE KITCHEN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plate  •  cup  •  spoon  •  fork  •  knife  •  fridge  •  table  •  chair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8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8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8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name things in the kitchen.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In the Kitchen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plate  —  طبق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cup  —  كوب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spoon  —  ملعقة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fork  —  شوكة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knife  —  سكين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fridge  —  ثلاجة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table  —  طاولة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chair  —  كرسي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plate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plat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plate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طبق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plate."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plate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plate."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طبق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cup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cu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cup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كوب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cup."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cup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cup."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كوب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spoon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spoo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spoon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ملعقة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spoon."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spoon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spoon."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ملعقة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fork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fork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fork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شوكة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fork."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fork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fork."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شوكة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knife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knif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knife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سكين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knife."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knife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knife."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سكين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fridge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fridg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fridge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ثلاجة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fridge is big."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fridge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fridge is big."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ثلاجة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table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tabl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table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طاولة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cup is on the table."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table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cup is on the table."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طاولة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chair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chai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chair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كرسي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"Sit on the chair."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chair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"Sit on the chair."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كرسي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plate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cup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spoon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fork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knife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fridge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table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chair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plat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cu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spoo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"طاولة"?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plate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table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chair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"كرسي"?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chair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knife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plate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10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10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10 — In the Kitchen</dc:title>
  <dc:subject>PptxGenJS Presentation</dc:subject>
  <dc:creator>Lumio English</dc:creator>
  <cp:lastModifiedBy>Lumio English</cp:lastModifiedBy>
  <cp:revision>1</cp:revision>
  <dcterms:created xsi:type="dcterms:W3CDTF">2026-07-19T16:34:30Z</dcterms:created>
  <dcterms:modified xsi:type="dcterms:W3CDTF">2026-07-19T16:34:30Z</dcterms:modified>
</cp:coreProperties>
</file>