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I can.... Goal: I can talk about my abilities..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"run" x2, choral repeat x3. Meaning: يجري. Sentence: I can run..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"jump" x2, choral repeat x3. Meaning: يقفز. Sentence: I can jump..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"j..."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"swim" x2, choral repeat x3. Meaning: يسبح. Sentence: I can swim..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"dance" x2, choral repeat x3. Meaning: يرقص. Sentence: I can dance..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"sing" x2, choral repeat x3. Meaning: يغني. Sentence: I can sing..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"read" x2, choral repeat x3. Meaning: يقرأ. Sentence: I can read..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"write" x2, choral repeat x3. Meaning: يكتب. Sentence: I can write..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"w..."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"draw" x2, choral repeat x3. Meaning: يرسم. Sentence: I can draw..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run (يجري).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jump (يقفز). Hint if needed: "j..."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swim (يسبح).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write.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draw.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jp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2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 CAN...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run  •  jump  •  swim  •  dance  •  sing  •  read  •  write  •  draw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talk about my abilities.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I can...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run  —  يجري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jump  —  يقفز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swim  —  يسبح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dance  —  يرقص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sing  —  يغني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read  —  يقرأ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write  —  يكتب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draw  —  يرسم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run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run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يجري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run."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run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run."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يجري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jump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jump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يقفز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jump."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jump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jump."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يقفز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swim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wim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swim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يسبح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swim."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swim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swim."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يسبح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dance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danc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dance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يرقص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dance."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dance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dance."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يرقص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sing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يغني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sing."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sing."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يغني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read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rea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read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يقرأ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read."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read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read."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يقرأ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write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writ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write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يكتب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write."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write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write."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يكتب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draw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dra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draw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يرسم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draw."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draw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can draw."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يرسم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run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jump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swim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dance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sing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read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write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draw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swim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"يكتب"?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jump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write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read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"يرسم"?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draw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read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write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14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14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14 — I can...</dc:title>
  <dc:subject>PptxGenJS Presentation</dc:subject>
  <dc:creator>Lumio English</dc:creator>
  <cp:lastModifiedBy>Lumio English</cp:lastModifiedBy>
  <cp:revision>1</cp:revision>
  <dcterms:created xsi:type="dcterms:W3CDTF">2026-07-19T16:34:33Z</dcterms:created>
  <dcterms:modified xsi:type="dcterms:W3CDTF">2026-07-19T16:34:33Z</dcterms:modified>
</cp:coreProperties>
</file>