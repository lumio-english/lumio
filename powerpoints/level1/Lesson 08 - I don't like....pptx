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I don't like.... Goal: I can say what I don't like..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"broccoli" x2, choral repeat x3. Meaning: بروكلي. Sentence: I don't like broccoli..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"onion" x2, choral repeat x3. Meaning: بصل. Sentence: I don't like onions..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"fish" x2, choral repeat x3. Meaning: سمك. Sentence: I don't like fish..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"lemon" x2, choral repeat x3. Meaning: ليمون. Sentence: I don't like lemons..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"l..."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"beans" x2, choral repeat x3. Meaning: فاصوليا. Sentence: I don't like beans..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"peas" x2, choral repeat x3. Meaning: بازلاء. Sentence: I don't like peas..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broccoli (بروكلي).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onion (بصل). Hint if needed: "o..."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fish (سمك).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beans.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peas.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4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jp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 DON'T LIKE...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broccoli  •  onion  •  fish  •  lemon  •  beans  •  peas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say what I don't like.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I don't like...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broccoli  —  بروكلي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onion  —  بصل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  —  سمك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lemon  —  ليمون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beans  —  فاصوليا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peas  —  بازلاء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broccoli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4" name="Image 1" descr="/home/claude/Lumio-English/assets/vocab/broccoli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broccoli</a:t>
            </a:r>
            <a:endParaRPr lang="en-US" sz="4600" dirty="0"/>
          </a:p>
        </p:txBody>
      </p:sp>
      <p:sp>
        <p:nvSpPr>
          <p:cNvPr id="17" name="Shape 13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8" name="Text 14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بروكلي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don't like broccoli."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3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broccoli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don't like broccoli."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بروكلي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onion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4" name="Image 1" descr="/home/claude/Lumio-English/assets/vocab/onio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onion</a:t>
            </a:r>
            <a:endParaRPr lang="en-US" sz="4600" dirty="0"/>
          </a:p>
        </p:txBody>
      </p:sp>
      <p:sp>
        <p:nvSpPr>
          <p:cNvPr id="17" name="Shape 13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8" name="Text 14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بصل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don't like onions."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3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onion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don't like onions."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بصل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fish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سمك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don't like fish."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don't like fish."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سمك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lemon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4" name="Image 1" descr="/home/claude/Lumio-English/assets/vocab/lemo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lemon</a:t>
            </a:r>
            <a:endParaRPr lang="en-US" sz="4600" dirty="0"/>
          </a:p>
        </p:txBody>
      </p:sp>
      <p:sp>
        <p:nvSpPr>
          <p:cNvPr id="17" name="Shape 13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8" name="Text 14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ليمون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don't like lemons."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3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lemon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don't like lemons."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ليمون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beans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4" name="Image 1" descr="/home/claude/Lumio-English/assets/vocab/bean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beans</a:t>
            </a:r>
            <a:endParaRPr lang="en-US" sz="4600" dirty="0"/>
          </a:p>
        </p:txBody>
      </p:sp>
      <p:sp>
        <p:nvSpPr>
          <p:cNvPr id="17" name="Shape 13"/>
          <p:cNvSpPr/>
          <p:nvPr/>
        </p:nvSpPr>
        <p:spPr>
          <a:xfrm>
            <a:off x="5824728" y="28803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8" name="Text 14"/>
          <p:cNvSpPr/>
          <p:nvPr/>
        </p:nvSpPr>
        <p:spPr>
          <a:xfrm>
            <a:off x="5824728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فاصوليا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don't like beans."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3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beans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don't like beans."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فاصوليا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peas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4" name="Image 1" descr="/home/claude/Lumio-English/assets/vocab/pea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peas</a:t>
            </a:r>
            <a:endParaRPr lang="en-US" sz="4600" dirty="0"/>
          </a:p>
        </p:txBody>
      </p:sp>
      <p:sp>
        <p:nvSpPr>
          <p:cNvPr id="17" name="Shape 13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8" name="Text 14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بازلاء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don't like peas."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3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peas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don't like peas."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بازلاء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broccoli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onion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fish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lemon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beans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peas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broccoli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onio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"فاصوليا"?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beans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broccoli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peas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"بازلاء"?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peas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onion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lemon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8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8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8 — I don't like...</dc:title>
  <dc:subject>PptxGenJS Presentation</dc:subject>
  <dc:creator>Lumio English</dc:creator>
  <cp:lastModifiedBy>Lumio English</cp:lastModifiedBy>
  <cp:revision>1</cp:revision>
  <dcterms:created xsi:type="dcterms:W3CDTF">2026-07-19T16:34:28Z</dcterms:created>
  <dcterms:modified xsi:type="dcterms:W3CDTF">2026-07-19T16:34:28Z</dcterms:modified>
</cp:coreProperties>
</file>