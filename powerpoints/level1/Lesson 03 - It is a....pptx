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It is a.... Goal: I can name objects and animals..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"cat" x2, choral repeat x3. Meaning: قطة. Sentence: It is a cat..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"dog" x2, choral repeat x3. Meaning: كلب. Sentence: It is a dog..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"bird" x2, choral repeat x3. Meaning: طائر. Sentence: It is a bird..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"fish" x2, choral repeat x3. Meaning: سمكة. Sentence: It is a fish..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"car" x2, choral repeat x3. Meaning: سيارة. Sentence: It is a car..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"ball" x2, choral repeat x3. Meaning: كرة. Sentence: It is a ball..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cat (قطة).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dog (كلب).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bird (طائر).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car.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ball.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IT IS A...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  •  dog  •  bird  •  fish  •  car  •  ball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name objects and animals.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It is a...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  —  قطة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  —  كلب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bird  —  طائر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  —  سمكة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car  —  سيارة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  —  كرة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cat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قطة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cat."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cat."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قطة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dog."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dog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dog."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كلب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bird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bird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bird."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bird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bird."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fish."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fish."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car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سيارة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car."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car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car."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سيارة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ball."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a ball."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cat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dog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bird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fish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car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ball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"سيارة"?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"كرة"?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3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3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3 — It is a...</dc:title>
  <dc:subject>PptxGenJS Presentation</dc:subject>
  <dc:creator>Lumio English</dc:creator>
  <cp:lastModifiedBy>Lumio English</cp:lastModifiedBy>
  <cp:revision>1</cp:revision>
  <dcterms:created xsi:type="dcterms:W3CDTF">2026-07-19T16:34:25Z</dcterms:created>
  <dcterms:modified xsi:type="dcterms:W3CDTF">2026-07-19T16:34:25Z</dcterms:modified>
</cp:coreProperties>
</file>