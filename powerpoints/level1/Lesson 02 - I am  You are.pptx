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class. Today: I am / You are. Goal: I can talk about how I feel..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 greeting. Set a positive, energetic 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goals aloud. Keep energy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2-3 minutes, high energy, physical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words quickly. Don't teach yet, just build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"happy" x2, choral repeat x3. Meaning: سعيد. Sentence: I am happy..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"h..."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"sad" x2, choral repeat x3. Meaning: حزين. Sentence: I am sad..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"s..."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"fine" x2, choral repeat x3. Meaning: بخير. Sentence: I am fine..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"f..."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"tired" x2, choral repeat x3. Meaning: متعب. Sentence: I am tired..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"t..."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"okay" x2, choral repeat x3. Meaning: بخير. Sentence: You are okay..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"o..."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"great" x2, choral repeat x3. Meaning: رائع. Sentence: I am great..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"g..."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and say each word, students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happy (سعيد). Hint if needed: "h..."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sad (حزين). Hint if needed: "s..."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fine (بخير). Hint if needed: "f..."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okay.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great.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Celebrate! Praise students by name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homework. Warm goodbye.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jp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4-3.jpg"/><Relationship Id="rId4" Type="http://schemas.openxmlformats.org/officeDocument/2006/relationships/image" Target="../media/image-8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6-3.jp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jpg"/><Relationship Id="rId4" Type="http://schemas.openxmlformats.org/officeDocument/2006/relationships/image" Target="../media/image-1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5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0771632" y="320040"/>
            <a:ext cx="96012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71632" y="3200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8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LESSON
</a:t>
            </a:r>
            <a:endParaRPr lang="en-US" sz="8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4160520"/>
            <a:ext cx="6035040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3434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 AM / YOU ARE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68680" y="51663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happy  •  sad  •  fine  •  tired  •  okay  •  great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5806440"/>
            <a:ext cx="4206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5806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LEVEL 1  ·  6 NEW WORDS</a:t>
            </a:r>
            <a:endParaRPr lang="en-US" sz="1100" dirty="0"/>
          </a:p>
        </p:txBody>
      </p:sp>
      <p:pic>
        <p:nvPicPr>
          <p:cNvPr id="12" name="Image 1" descr="/home/claude/Lumio-English/assets/scenes/chars/lumi-he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854802"/>
            <a:ext cx="4480560" cy="48203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Welcome to Lumio English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Hello, little star!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Teacher says: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"Hello! Today we learn 6 new words!"
</a:t>
            </a:r>
            <a:endParaRPr lang="en-US" sz="1700" dirty="0"/>
          </a:p>
        </p:txBody>
      </p:sp>
      <p:pic>
        <p:nvPicPr>
          <p:cNvPr id="11" name="Image 1" descr="/home/claude/Lumio-English/assets/scenes/chars/lumi-wave-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309039"/>
            <a:ext cx="2057400" cy="227464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Today's Goals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By the end, you will: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Say 6 new words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I can talk about how I feel.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Play games and earn stars
</a:t>
            </a:r>
            <a:endParaRPr lang="en-US" sz="1700" dirty="0"/>
          </a:p>
        </p:txBody>
      </p:sp>
      <p:pic>
        <p:nvPicPr>
          <p:cNvPr id="11" name="Image 1" descr="/home/claude/Lumio-English/assets/scenes/chars/lumi-boo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572244"/>
            <a:ext cx="2057400" cy="3011436"/>
          </a:xfrm>
          <a:prstGeom prst="rect">
            <a:avLst/>
          </a:prstGeom>
        </p:spPr>
      </p:pic>
      <p:pic>
        <p:nvPicPr>
          <p:cNvPr id="12" name="Image 2" descr="/home/claude/Lumio-English/assets/scenes/chars/sara-teach-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4463661"/>
            <a:ext cx="2084832" cy="21200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Warm-up • I am / You are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Let's get ready!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Stand up and stretch!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hello to a friend.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Clap your hands three times!
</a:t>
            </a:r>
            <a:endParaRPr lang="en-US" sz="1700" dirty="0"/>
          </a:p>
        </p:txBody>
      </p:sp>
      <p:pic>
        <p:nvPicPr>
          <p:cNvPr id="11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11" y="2926080"/>
            <a:ext cx="1766217" cy="3657600"/>
          </a:xfrm>
          <a:prstGeom prst="rect">
            <a:avLst/>
          </a:prstGeom>
        </p:spPr>
      </p:pic>
      <p:pic>
        <p:nvPicPr>
          <p:cNvPr id="12" name="Image 2" descr="/home/claude/Lumio-English/assets/scenes/chars/noor-jum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3576250"/>
            <a:ext cx="2084832" cy="30074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Words for Today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 new words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happy  —  سعيد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sad  —  حزين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fine  —  بخير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tired  —  متعب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okay  —  بخير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great  —  رائع
</a:t>
            </a:r>
            <a:endParaRPr lang="en-US" sz="1700" dirty="0"/>
          </a:p>
        </p:txBody>
      </p:sp>
      <p:pic>
        <p:nvPicPr>
          <p:cNvPr id="11" name="Image 1" descr="/home/claude/Lumio-English/assets/scenes/chars/lumi-teach-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4359143"/>
            <a:ext cx="2084832" cy="22245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happy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</a:t>
            </a:r>
            <a:endParaRPr lang="en-US" sz="3467" dirty="0"/>
          </a:p>
        </p:txBody>
      </p:sp>
      <p:sp>
        <p:nvSpPr>
          <p:cNvPr id="17" name="Shape 14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4" name="Text 21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</a:t>
            </a:r>
            <a:endParaRPr lang="en-US" sz="3467" dirty="0"/>
          </a:p>
        </p:txBody>
      </p:sp>
      <p:sp>
        <p:nvSpPr>
          <p:cNvPr id="25" name="Shape 22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happy</a:t>
            </a:r>
            <a:endParaRPr lang="en-US" sz="4600" dirty="0"/>
          </a:p>
        </p:txBody>
      </p:sp>
      <p:sp>
        <p:nvSpPr>
          <p:cNvPr id="27" name="Shape 24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سعيد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am happy."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2" name="Text 29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3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happy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am happy."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سعيد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sad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</a:t>
            </a:r>
            <a:endParaRPr lang="en-US" sz="3467" dirty="0"/>
          </a:p>
        </p:txBody>
      </p:sp>
      <p:sp>
        <p:nvSpPr>
          <p:cNvPr id="17" name="Shape 14"/>
          <p:cNvSpPr/>
          <p:nvPr/>
        </p:nvSpPr>
        <p:spPr>
          <a:xfrm>
            <a:off x="227076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27076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358140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358140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sad</a:t>
            </a:r>
            <a:endParaRPr lang="en-US" sz="4600" dirty="0"/>
          </a:p>
        </p:txBody>
      </p:sp>
      <p:sp>
        <p:nvSpPr>
          <p:cNvPr id="23" name="Shape 20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4" name="Text 21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حزين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am sad."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9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sad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9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am sad."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حزين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fine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10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4" name="Image 1" descr="/home/claude/Lumio-English/assets/vocab/fin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fine</a:t>
            </a:r>
            <a:endParaRPr lang="en-US" sz="4600" dirty="0"/>
          </a:p>
        </p:txBody>
      </p:sp>
      <p:sp>
        <p:nvSpPr>
          <p:cNvPr id="17" name="Shape 13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8" name="Text 14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بخير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am fine."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2" name="Text 18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3" name="Image 2" descr="/home/claude/Lumio-English/assets/scenes/chars/sara-expl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fine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11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am fine."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بخير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tired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12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</a:t>
            </a:r>
            <a:endParaRPr lang="en-US" sz="3467" dirty="0"/>
          </a:p>
        </p:txBody>
      </p:sp>
      <p:sp>
        <p:nvSpPr>
          <p:cNvPr id="17" name="Shape 14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4" name="Text 21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3467" dirty="0"/>
          </a:p>
        </p:txBody>
      </p:sp>
      <p:sp>
        <p:nvSpPr>
          <p:cNvPr id="25" name="Shape 22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tired</a:t>
            </a:r>
            <a:endParaRPr lang="en-US" sz="4600" dirty="0"/>
          </a:p>
        </p:txBody>
      </p:sp>
      <p:sp>
        <p:nvSpPr>
          <p:cNvPr id="27" name="Shape 24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متعب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am tired."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2" name="Text 29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3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tired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13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am tired."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متعب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okay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14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4" name="Image 1" descr="/home/claude/Lumio-English/assets/vocab/okay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okay</a:t>
            </a:r>
            <a:endParaRPr lang="en-US" sz="4600" dirty="0"/>
          </a:p>
        </p:txBody>
      </p:sp>
      <p:sp>
        <p:nvSpPr>
          <p:cNvPr id="17" name="Shape 13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8" name="Text 14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بخير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"You are okay."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2" name="Text 18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3" name="Image 2" descr="/home/claude/Lumio-English/assets/scenes/chars/noo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okay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15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"You are okay."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بخير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great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16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4" name="Image 1" descr="/home/claude/Lumio-English/assets/vocab/great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great</a:t>
            </a:r>
            <a:endParaRPr lang="en-US" sz="4600" dirty="0"/>
          </a:p>
        </p:txBody>
      </p:sp>
      <p:sp>
        <p:nvSpPr>
          <p:cNvPr id="17" name="Shape 13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8" name="Text 14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رائع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am great."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2" name="Text 18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3" name="Image 2" descr="/home/claude/Lumio-English/assets/scenes/chars/sara-expl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great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17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am great."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رائع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and Repeat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18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My turn, your turn!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happy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sad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fine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4. tired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5. okay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6. great
</a:t>
            </a:r>
            <a:endParaRPr lang="en-US" sz="1700" dirty="0"/>
          </a:p>
        </p:txBody>
      </p:sp>
      <p:pic>
        <p:nvPicPr>
          <p:cNvPr id="11" name="Image 1" descr="/home/claude/Lumio-English/assets/scenes/chars/sara-cl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104" y="2926080"/>
            <a:ext cx="144222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1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19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</a:t>
            </a:r>
            <a:endParaRPr lang="en-US" sz="3033" dirty="0"/>
          </a:p>
        </p:txBody>
      </p:sp>
      <p:sp>
        <p:nvSpPr>
          <p:cNvPr id="11" name="Shape 8"/>
          <p:cNvSpPr/>
          <p:nvPr/>
        </p:nvSpPr>
        <p:spPr>
          <a:xfrm>
            <a:off x="554736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54736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033" dirty="0"/>
          </a:p>
        </p:txBody>
      </p:sp>
      <p:sp>
        <p:nvSpPr>
          <p:cNvPr id="13" name="Shape 10"/>
          <p:cNvSpPr/>
          <p:nvPr/>
        </p:nvSpPr>
        <p:spPr>
          <a:xfrm>
            <a:off x="670560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70560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</a:t>
            </a:r>
            <a:endParaRPr lang="en-US" sz="3033" dirty="0"/>
          </a:p>
        </p:txBody>
      </p:sp>
      <p:sp>
        <p:nvSpPr>
          <p:cNvPr id="15" name="Shape 12"/>
          <p:cNvSpPr/>
          <p:nvPr/>
        </p:nvSpPr>
        <p:spPr>
          <a:xfrm>
            <a:off x="438912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438912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</a:t>
            </a:r>
            <a:endParaRPr lang="en-US" sz="3033" dirty="0"/>
          </a:p>
        </p:txBody>
      </p:sp>
      <p:sp>
        <p:nvSpPr>
          <p:cNvPr id="17" name="Shape 14"/>
          <p:cNvSpPr/>
          <p:nvPr/>
        </p:nvSpPr>
        <p:spPr>
          <a:xfrm>
            <a:off x="554736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C2410C"/>
          </a:solidFill>
          <a:ln/>
        </p:spPr>
      </p:sp>
      <p:sp>
        <p:nvSpPr>
          <p:cNvPr id="18" name="Text 15"/>
          <p:cNvSpPr/>
          <p:nvPr/>
        </p:nvSpPr>
        <p:spPr>
          <a:xfrm>
            <a:off x="554736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</a:t>
            </a:r>
            <a:endParaRPr lang="en-US" sz="3033" dirty="0"/>
          </a:p>
        </p:txBody>
      </p:sp>
      <p:sp>
        <p:nvSpPr>
          <p:cNvPr id="19" name="Text 16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20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2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20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</a:t>
            </a:r>
            <a:endParaRPr lang="en-US" sz="3033" dirty="0"/>
          </a:p>
        </p:txBody>
      </p:sp>
      <p:sp>
        <p:nvSpPr>
          <p:cNvPr id="11" name="Shape 8"/>
          <p:cNvSpPr/>
          <p:nvPr/>
        </p:nvSpPr>
        <p:spPr>
          <a:xfrm>
            <a:off x="554736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54736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033" dirty="0"/>
          </a:p>
        </p:txBody>
      </p:sp>
      <p:sp>
        <p:nvSpPr>
          <p:cNvPr id="13" name="Shape 10"/>
          <p:cNvSpPr/>
          <p:nvPr/>
        </p:nvSpPr>
        <p:spPr>
          <a:xfrm>
            <a:off x="670560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70560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3033" dirty="0"/>
          </a:p>
        </p:txBody>
      </p:sp>
      <p:sp>
        <p:nvSpPr>
          <p:cNvPr id="15" name="Text 12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6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3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21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8" name="Image 1" descr="/home/claude/Lumio-English/assets/vocab/fin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160520" y="1325880"/>
            <a:ext cx="3840480" cy="3200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0" name="Image 2" descr="/home/claude/Lumio-English/assets/scenes/chars/omar-th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1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22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"بخير"?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happy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okay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sad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2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23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"رائع"?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happy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great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sad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Reward Time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24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880360" y="1371600"/>
            <a:ext cx="6400800" cy="38404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0" y="16002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Great job!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200400" y="26060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9E0B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★  ★  ★  ★  ★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3200400" y="3520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 earned 5 stars!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37560" y="4297680"/>
            <a:ext cx="54864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2" name="Text 9"/>
          <p:cNvSpPr/>
          <p:nvPr/>
        </p:nvSpPr>
        <p:spPr>
          <a:xfrm>
            <a:off x="333756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Play Lesson 2 online to keep your streak!</a:t>
            </a:r>
            <a:endParaRPr lang="en-US" sz="1200" dirty="0"/>
          </a:p>
        </p:txBody>
      </p:sp>
      <p:pic>
        <p:nvPicPr>
          <p:cNvPr id="13" name="Image 1" descr="/home/claude/Lumio-English/assets/scenes/chars/lumi-celebr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916680"/>
            <a:ext cx="2423160" cy="2667000"/>
          </a:xfrm>
          <a:prstGeom prst="rect">
            <a:avLst/>
          </a:prstGeom>
        </p:spPr>
      </p:pic>
      <p:pic>
        <p:nvPicPr>
          <p:cNvPr id="14" name="Image 2" descr="/home/claude/Lumio-English/assets/scenes/chars/noor-celebr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789" y="3566160"/>
            <a:ext cx="2198813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Homework &amp; Goodbye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25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See you next time!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Play Lesson 2 on Lumio English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Say each word to your family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Earn your three stars!
</a:t>
            </a:r>
            <a:endParaRPr lang="en-US" sz="1700" dirty="0"/>
          </a:p>
        </p:txBody>
      </p:sp>
      <p:pic>
        <p:nvPicPr>
          <p:cNvPr id="11" name="Image 1" descr="/home/claude/Lumio-English/assets/scenes/chars/omar-wa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134859"/>
            <a:ext cx="2057400" cy="344882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1 · First Sentences Lesson 2 — I am / You are</dc:title>
  <dc:subject>PptxGenJS Presentation</dc:subject>
  <dc:creator>Lumio English</dc:creator>
  <cp:lastModifiedBy>Lumio English</cp:lastModifiedBy>
  <cp:revision>1</cp:revision>
  <dcterms:created xsi:type="dcterms:W3CDTF">2026-07-19T16:34:24Z</dcterms:created>
  <dcterms:modified xsi:type="dcterms:W3CDTF">2026-07-19T16:34:24Z</dcterms:modified>
</cp:coreProperties>
</file>