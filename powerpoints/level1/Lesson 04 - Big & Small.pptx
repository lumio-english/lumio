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Big &amp; Small. Goal: I can describe size..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"big" x2, choral repeat x3. Meaning: كبير. Sentence: It is big..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"small" x2, choral repeat x3. Meaning: صغير. Sentence: It is small..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"elephant" x2, choral repeat x3. Meaning: فيل. Sentence: The elephant is big..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"mouse" x2, choral repeat x3. Meaning: فأر. Sentence: The mouse is small..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"ball" x2, choral repeat x3. Meaning: كرة. Sentence: The ball is big..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"box" x2, choral repeat x3. Meaning: صندوق. Sentence: The box is small..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big (كبير).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small (صغير).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elephant (فيل). Hint if needed: "e..."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ball.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box.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 &amp; SMALL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  •  small  •  elephant  •  mouse  •  ball  •  box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describe size.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Big &amp; Small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  —  كبير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small  —  صغير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elephant  —  فيل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mouse  —  فأر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  —  كرة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  —  صندوق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big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bi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كبير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big."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big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big."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كبير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small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smal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small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صغير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small."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small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small."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صغير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elephant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17" name="Shape 14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3380" dirty="0"/>
          </a:p>
        </p:txBody>
      </p:sp>
      <p:sp>
        <p:nvSpPr>
          <p:cNvPr id="19" name="Shape 16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1" name="Shape 18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380" dirty="0"/>
          </a:p>
        </p:txBody>
      </p:sp>
      <p:sp>
        <p:nvSpPr>
          <p:cNvPr id="23" name="Shape 20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380" dirty="0"/>
          </a:p>
        </p:txBody>
      </p:sp>
      <p:sp>
        <p:nvSpPr>
          <p:cNvPr id="25" name="Shape 22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27" name="Shape 24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380" dirty="0"/>
          </a:p>
        </p:txBody>
      </p:sp>
      <p:sp>
        <p:nvSpPr>
          <p:cNvPr id="29" name="Shape 26"/>
          <p:cNvSpPr/>
          <p:nvPr/>
        </p:nvSpPr>
        <p:spPr>
          <a:xfrm>
            <a:off x="228600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228600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380" dirty="0"/>
          </a:p>
        </p:txBody>
      </p:sp>
      <p:sp>
        <p:nvSpPr>
          <p:cNvPr id="31" name="Shape 2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elephant</a:t>
            </a:r>
            <a:endParaRPr lang="en-US" sz="4600" dirty="0"/>
          </a:p>
        </p:txBody>
      </p:sp>
      <p:sp>
        <p:nvSpPr>
          <p:cNvPr id="33" name="Shape 3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فيل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elephant is big."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8" name="Text 3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elephant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elephant is big."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فيل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mouse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4" name="Image 1" descr="/home/claude/Lumio-English/assets/vocab/mous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mouse</a:t>
            </a:r>
            <a:endParaRPr lang="en-US" sz="4600" dirty="0"/>
          </a:p>
        </p:txBody>
      </p:sp>
      <p:sp>
        <p:nvSpPr>
          <p:cNvPr id="17" name="Shape 13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8" name="Text 14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فأر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mouse is small."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3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mouse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mouse is small."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فأر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ball is big."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ball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ball is big."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كرة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box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X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صندوق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box is small."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box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box is small."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صندوق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big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small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elephant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mouse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ball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box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bi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small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1031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2210" dirty="0"/>
          </a:p>
        </p:txBody>
      </p:sp>
      <p:sp>
        <p:nvSpPr>
          <p:cNvPr id="17" name="Shape 14"/>
          <p:cNvSpPr/>
          <p:nvPr/>
        </p:nvSpPr>
        <p:spPr>
          <a:xfrm>
            <a:off x="438912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438912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210" dirty="0"/>
          </a:p>
        </p:txBody>
      </p:sp>
      <p:sp>
        <p:nvSpPr>
          <p:cNvPr id="19" name="Shape 16"/>
          <p:cNvSpPr/>
          <p:nvPr/>
        </p:nvSpPr>
        <p:spPr>
          <a:xfrm>
            <a:off x="525780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210" dirty="0"/>
          </a:p>
        </p:txBody>
      </p:sp>
      <p:sp>
        <p:nvSpPr>
          <p:cNvPr id="21" name="Shape 18"/>
          <p:cNvSpPr/>
          <p:nvPr/>
        </p:nvSpPr>
        <p:spPr>
          <a:xfrm>
            <a:off x="612648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23" name="Shape 20"/>
          <p:cNvSpPr/>
          <p:nvPr/>
        </p:nvSpPr>
        <p:spPr>
          <a:xfrm>
            <a:off x="6995160" y="297180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24" name="Text 21"/>
          <p:cNvSpPr/>
          <p:nvPr/>
        </p:nvSpPr>
        <p:spPr>
          <a:xfrm>
            <a:off x="6995160" y="2971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210" dirty="0"/>
          </a:p>
        </p:txBody>
      </p:sp>
      <p:sp>
        <p:nvSpPr>
          <p:cNvPr id="25" name="Text 2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"كرة"?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ball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big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small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"صندوق"?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small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box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elephant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4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4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4 — Big &amp; Small</dc:title>
  <dc:subject>PptxGenJS Presentation</dc:subject>
  <dc:creator>Lumio English</dc:creator>
  <cp:lastModifiedBy>Lumio English</cp:lastModifiedBy>
  <cp:revision>1</cp:revision>
  <dcterms:created xsi:type="dcterms:W3CDTF">2026-07-19T16:34:26Z</dcterms:created>
  <dcterms:modified xsi:type="dcterms:W3CDTF">2026-07-19T16:34:26Z</dcterms:modified>
</cp:coreProperties>
</file>