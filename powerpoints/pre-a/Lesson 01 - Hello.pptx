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Hello!. Goal: Greet people 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character by name. Ask students to wave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"hello" x2, choral repeat x3. Meaning: مرحباً. Sentence: Hello! I am Lumi..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"hi" x2, choral repeat x3. Meaning: أهلاً. Sentence: Hi, friend!.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"good morning" x2, choral repeat x3. Meaning: صباح الخير. Sentence: Good morning, teacher!.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"good night" x2, choral repeat x3. Meaning: تصبح على خير. Sentence: Good night, mom!.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"goodbye" x2, choral repeat x3. Meaning: مع السلامة. Sentence: Goodbye! See you!.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"thank you" x2, choral repeat x3. Meaning: شكراً. Sentence: Thank you very much!.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hello (مرحباً).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hi (أهلاً).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good morning (صباح الخير).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Good morning.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goodbye.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thank you.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HELLO!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  •  hi  •  good morning  •  good night  •  goodbye  •  thank you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Meet Your Friends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the team!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Sara is your teacher.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Omar and Noor are your classmates.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 is our little helper!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noor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172137"/>
            <a:ext cx="2084832" cy="34115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Greet people in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Hello!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  —  مرحباً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hi  —  أهلاً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morning  —  صباح الخير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night  —  تصبح على خير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goodbye  —  مع السلامة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thank you  —  شكراً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hello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مرحباً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I am Lumi."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hello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I am Lumi."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مرحباً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280160" y="292608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2926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2926080" y="292608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926080" y="2926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hi</a:t>
            </a:r>
            <a:endParaRPr lang="en-US" sz="4600" dirty="0"/>
          </a:p>
        </p:txBody>
      </p:sp>
      <p:sp>
        <p:nvSpPr>
          <p:cNvPr id="21" name="Shape 18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9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أهلاً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"Hi, friend!"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"Hi, friend!"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أهلاً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good morning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7" name="Shape 24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9" name="Shape 26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31" name="Shape 28"/>
          <p:cNvSpPr/>
          <p:nvPr/>
        </p:nvSpPr>
        <p:spPr>
          <a:xfrm>
            <a:off x="194310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32" name="Text 29"/>
          <p:cNvSpPr/>
          <p:nvPr/>
        </p:nvSpPr>
        <p:spPr>
          <a:xfrm>
            <a:off x="194310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33" name="Shape 30"/>
          <p:cNvSpPr/>
          <p:nvPr/>
        </p:nvSpPr>
        <p:spPr>
          <a:xfrm>
            <a:off x="292608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292608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35" name="Shape 32"/>
          <p:cNvSpPr/>
          <p:nvPr/>
        </p:nvSpPr>
        <p:spPr>
          <a:xfrm>
            <a:off x="390906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36" name="Text 33"/>
          <p:cNvSpPr/>
          <p:nvPr/>
        </p:nvSpPr>
        <p:spPr>
          <a:xfrm>
            <a:off x="390906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37" name="Shape 3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morning</a:t>
            </a:r>
            <a:endParaRPr lang="en-US" sz="4600" dirty="0"/>
          </a:p>
        </p:txBody>
      </p:sp>
      <p:sp>
        <p:nvSpPr>
          <p:cNvPr id="39" name="Shape 36"/>
          <p:cNvSpPr/>
          <p:nvPr/>
        </p:nvSpPr>
        <p:spPr>
          <a:xfrm>
            <a:off x="5824728" y="28803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40" name="Text 37"/>
          <p:cNvSpPr/>
          <p:nvPr/>
        </p:nvSpPr>
        <p:spPr>
          <a:xfrm>
            <a:off x="5824728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صباح الخير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"Good morning, teacher!"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4" name="Text 4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4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good morning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"Good morning, teacher!"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صباح الخير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good night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7" name="Shape 24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29" name="Shape 26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31" name="Shape 28"/>
          <p:cNvSpPr/>
          <p:nvPr/>
        </p:nvSpPr>
        <p:spPr>
          <a:xfrm>
            <a:off x="194310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32" name="Text 29"/>
          <p:cNvSpPr/>
          <p:nvPr/>
        </p:nvSpPr>
        <p:spPr>
          <a:xfrm>
            <a:off x="194310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33" name="Shape 3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night</a:t>
            </a:r>
            <a:endParaRPr lang="en-US" sz="4600" dirty="0"/>
          </a:p>
        </p:txBody>
      </p:sp>
      <p:sp>
        <p:nvSpPr>
          <p:cNvPr id="35" name="Shape 32"/>
          <p:cNvSpPr/>
          <p:nvPr/>
        </p:nvSpPr>
        <p:spPr>
          <a:xfrm>
            <a:off x="5824728" y="28803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تصبح على خير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"Good night, mom!"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4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good night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"Good night, mom!"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تصبح على خير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goodbye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 السلامة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"Goodbye! See you!"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"Goodbye! See you!"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 السلامة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thank you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2535" dirty="0"/>
          </a:p>
        </p:txBody>
      </p:sp>
      <p:sp>
        <p:nvSpPr>
          <p:cNvPr id="27" name="Shape 24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9" name="Shape 26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31" name="Shape 2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3" name="Shape 30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شكراً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"Thank you very much!"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thank you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"Thank you very much!"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شكراً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hello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hi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good morning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good night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goodbye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thank you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480560" y="2148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0" y="2148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148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4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6687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16687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16687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16687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1668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210" dirty="0"/>
          </a:p>
        </p:txBody>
      </p:sp>
      <p:sp>
        <p:nvSpPr>
          <p:cNvPr id="17" name="Shape 14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210" dirty="0"/>
          </a:p>
        </p:txBody>
      </p:sp>
      <p:sp>
        <p:nvSpPr>
          <p:cNvPr id="19" name="Shape 16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21" name="Shape 18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23" name="Shape 20"/>
          <p:cNvSpPr/>
          <p:nvPr/>
        </p:nvSpPr>
        <p:spPr>
          <a:xfrm>
            <a:off x="4389120" y="34061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0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25" name="Shape 22"/>
          <p:cNvSpPr/>
          <p:nvPr/>
        </p:nvSpPr>
        <p:spPr>
          <a:xfrm>
            <a:off x="5257800" y="34061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57800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27" name="Shape 24"/>
          <p:cNvSpPr/>
          <p:nvPr/>
        </p:nvSpPr>
        <p:spPr>
          <a:xfrm>
            <a:off x="6126480" y="34061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6126480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29" name="Shape 26"/>
          <p:cNvSpPr/>
          <p:nvPr/>
        </p:nvSpPr>
        <p:spPr>
          <a:xfrm>
            <a:off x="6995160" y="34061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210" dirty="0"/>
          </a:p>
        </p:txBody>
      </p:sp>
      <p:sp>
        <p:nvSpPr>
          <p:cNvPr id="31" name="Text 2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3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see your friend in the morning. Say…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morning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night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Goodbye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"مع السلامة"?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goodbye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thank you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"شكراً"?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good morning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 — Hello!</dc:title>
  <dc:subject>PptxGenJS Presentation</dc:subject>
  <dc:creator>Lumio English</dc:creator>
  <cp:lastModifiedBy>Lumio English</cp:lastModifiedBy>
  <cp:revision>1</cp:revision>
  <dcterms:created xsi:type="dcterms:W3CDTF">2026-07-14T08:11:20Z</dcterms:created>
  <dcterms:modified xsi:type="dcterms:W3CDTF">2026-07-14T08:11:20Z</dcterms:modified>
</cp:coreProperties>
</file>