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Food Part 1. Goal: Name everyday foods.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"apple" x2, choral repeat x3. Meaning: تفاحة. Sentence: I eat an apple..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"a..."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"banana" x2, choral repeat x3. Meaning: موزة. Sentence: The banana is yellow..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"bread" x2, choral repeat x3. Meaning: خبز. Sentence: I like bread..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"milk" x2, choral repeat x3. Meaning: حليب. Sentence: I drink milk..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"m..."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"water" x2, choral repeat x3. Meaning: ماء. Sentence: Drink water every day..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"w..."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"egg" x2, choral repeat x3. Meaning: بيضة. Sentence: An egg for breakfast..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apple (تفاحة). Hint if needed: "a..."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banana (موزة).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bread (خبز).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water.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egg.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FOOD PART 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  •  banana  •  bread  •  milk  •  water  •  egg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Name everyday foods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Food Part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  —  تفاحة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banana  —  موزة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bread  —  خبز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milk  —  حليب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water  —  ماء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egg  —  بيضة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apple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تفاحة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eat an apple."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apple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eat an apple."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تفاحة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banana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banana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موزة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banana is yellow."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banana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banana is yellow."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موزة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bread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bread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خبز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bread."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bread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like bread."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خبز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milk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milk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حليب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drink milk."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milk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drink milk."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حليب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water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water</a:t>
            </a:r>
            <a:endParaRPr lang="en-US" sz="4600" dirty="0"/>
          </a:p>
        </p:txBody>
      </p:sp>
      <p:sp>
        <p:nvSpPr>
          <p:cNvPr id="27" name="Shape 24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ماء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"Drink water every day."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3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water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"Drink water every day."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ماء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egg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egg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بيضة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"An egg for breakfast."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egg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"An egg for breakfast."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بيضة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apple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banana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bread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milk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water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egg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033" dirty="0"/>
          </a:p>
        </p:txBody>
      </p:sp>
      <p:sp>
        <p:nvSpPr>
          <p:cNvPr id="19" name="Shape 16"/>
          <p:cNvSpPr/>
          <p:nvPr/>
        </p:nvSpPr>
        <p:spPr>
          <a:xfrm>
            <a:off x="670560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70560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21" name="Text 18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2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"ماء"?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apple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water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milk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"بيضة"?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bread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egg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banana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14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14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14 — Food Part 1</dc:title>
  <dc:subject>PptxGenJS Presentation</dc:subject>
  <dc:creator>Lumio English</dc:creator>
  <cp:lastModifiedBy>Lumio English</cp:lastModifiedBy>
  <cp:revision>1</cp:revision>
  <dcterms:created xsi:type="dcterms:W3CDTF">2026-07-14T08:11:27Z</dcterms:created>
  <dcterms:modified xsi:type="dcterms:W3CDTF">2026-07-14T08:11:27Z</dcterms:modified>
</cp:coreProperties>
</file>