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Food Part 2. Goal: Name more foods and drinks.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"rice" x2, choral repeat x3. Meaning: أرز. Sentence: We eat rice..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"chicken" x2, choral repeat x3. Meaning: دجاج. Sentence: I like chicken..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"cheese" x2, choral repeat x3. Meaning: جبن. Sentence: Cheese on bread..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"juice" x2, choral repeat x3. Meaning: عصير. Sentence: Orange juice, please!.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"cake" x2, choral repeat x3. Meaning: كعكة. Sentence: Cake for my birthday!.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"ice cream" x2, choral repeat x3. Meaning: آيس كريم. Sentence: I love ice cream!.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"i..."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rice (أرز).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chicken (دجاج).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cheese (جبن).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cake.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cake.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ice cream.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FOOD PART 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rice  •  chicken  •  cheese  •  juice  •  cake  •  ice cream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more foods and drinks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Food 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rice  —  أرز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chicken  —  دجاج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cheese  —  جبن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  —  عصير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  —  كعكة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  —  آيس كريم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rice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أرز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"We eat rice."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"We eat rice."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chicken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380" dirty="0"/>
          </a:p>
        </p:txBody>
      </p:sp>
      <p:sp>
        <p:nvSpPr>
          <p:cNvPr id="17" name="Shape 14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chicken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دجاج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chicken."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chicken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chicken."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دجاج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cheese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cheese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جبن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"Cheese on bread."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cheese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"Cheese on bread."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جبن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juice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عصير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"Orange juice, please!"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juice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"Orange juice, please!"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عصير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cake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كعكة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"Cake for my birthday!"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cake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"Cake for my birthday!"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كعكة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ice cream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7" name="Shape 24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9" name="Shape 26"/>
          <p:cNvSpPr/>
          <p:nvPr/>
        </p:nvSpPr>
        <p:spPr>
          <a:xfrm>
            <a:off x="96012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31" name="Shape 2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4600" dirty="0"/>
          </a:p>
        </p:txBody>
      </p:sp>
      <p:sp>
        <p:nvSpPr>
          <p:cNvPr id="33" name="Shape 30"/>
          <p:cNvSpPr/>
          <p:nvPr/>
        </p:nvSpPr>
        <p:spPr>
          <a:xfrm>
            <a:off x="5824728" y="2880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آيس كريم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love ice cream!"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8" name="Text 3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ice cream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love ice cream!"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آيس كريم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rice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chicken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cheese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juice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cake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ice cream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13" dirty="0"/>
          </a:p>
        </p:txBody>
      </p:sp>
      <p:sp>
        <p:nvSpPr>
          <p:cNvPr id="11" name="Shape 8"/>
          <p:cNvSpPr/>
          <p:nvPr/>
        </p:nvSpPr>
        <p:spPr>
          <a:xfrm>
            <a:off x="563880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63880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13" dirty="0"/>
          </a:p>
        </p:txBody>
      </p:sp>
      <p:sp>
        <p:nvSpPr>
          <p:cNvPr id="13" name="Shape 10"/>
          <p:cNvSpPr/>
          <p:nvPr/>
        </p:nvSpPr>
        <p:spPr>
          <a:xfrm>
            <a:off x="661416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16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13" dirty="0"/>
          </a:p>
        </p:txBody>
      </p:sp>
      <p:sp>
        <p:nvSpPr>
          <p:cNvPr id="15" name="Shape 12"/>
          <p:cNvSpPr/>
          <p:nvPr/>
        </p:nvSpPr>
        <p:spPr>
          <a:xfrm>
            <a:off x="466344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13" dirty="0"/>
          </a:p>
        </p:txBody>
      </p:sp>
      <p:sp>
        <p:nvSpPr>
          <p:cNvPr id="17" name="Shape 14"/>
          <p:cNvSpPr/>
          <p:nvPr/>
        </p:nvSpPr>
        <p:spPr>
          <a:xfrm>
            <a:off x="563880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63880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13" dirty="0"/>
          </a:p>
        </p:txBody>
      </p:sp>
      <p:sp>
        <p:nvSpPr>
          <p:cNvPr id="19" name="Shape 16"/>
          <p:cNvSpPr/>
          <p:nvPr/>
        </p:nvSpPr>
        <p:spPr>
          <a:xfrm>
            <a:off x="661416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16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13" dirty="0"/>
          </a:p>
        </p:txBody>
      </p:sp>
      <p:sp>
        <p:nvSpPr>
          <p:cNvPr id="21" name="Shape 18"/>
          <p:cNvSpPr/>
          <p:nvPr/>
        </p:nvSpPr>
        <p:spPr>
          <a:xfrm>
            <a:off x="4663440" y="345948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345948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13" dirty="0"/>
          </a:p>
        </p:txBody>
      </p:sp>
      <p:sp>
        <p:nvSpPr>
          <p:cNvPr id="23" name="Text 20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4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do you eat on your birthday?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rice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cheese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"كعكة"?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chicken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"آيس كريم"?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chicken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15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15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15 — Food Part 2</dc:title>
  <dc:subject>PptxGenJS Presentation</dc:subject>
  <dc:creator>Lumio English</dc:creator>
  <cp:lastModifiedBy>Lumio English</cp:lastModifiedBy>
  <cp:revision>1</cp:revision>
  <dcterms:created xsi:type="dcterms:W3CDTF">2026-07-14T08:11:28Z</dcterms:created>
  <dcterms:modified xsi:type="dcterms:W3CDTF">2026-07-14T08:11:28Z</dcterms:modified>
</cp:coreProperties>
</file>