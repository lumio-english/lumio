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Feelings. Goal: Say how you feel.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"happy" x2, choral repeat x3. Meaning: سعيد. Sentence: I am happy!.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"sad" x2, choral repeat x3. Meaning: حزين. Sentence: The boy is sad..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"angry" x2, choral repeat x3. Meaning: غاضب. Sentence: Don't be angry..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"a..."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"tired" x2, choral repeat x3. Meaning: متعب. Sentence: I am tired. Good night!.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"hungry" x2, choral repeat x3. Meaning: جائع. Sentence: I am hungry. Let's eat!.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"scared" x2, choral repeat x3. Meaning: خائف. Sentence: The cat is scared..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happy (سعيد).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sad (حزين).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angry (غاضب). Hint if needed: "a..."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hungry.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hungry.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scared.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FEELINGS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  •  sad  •  angry  •  tired  •  hungry  •  scared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how you feel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Feelings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  —  سعيد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  —  حزين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angry  —  غاضب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tired  —  متعب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hungry  —  جائع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scared  —  خائف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happy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سعيد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happy!"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happy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سعيد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حزين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boy is sad."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boy is sad."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حزين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angry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angry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غاضب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"Don't be angry."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angry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"Don't be angry."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غاضب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tired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tired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متعب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tired. Good night!"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tired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tired. Good night!"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متعب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hungry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hungry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جائع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hungry. Let's eat!"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hungry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hungry. Let's eat!"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جائع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scared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scared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خائف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cat is scared."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scared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cat is scared."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خائف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happy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sad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angry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tired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hungry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scared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want to eat. You are…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hungry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tired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"جائع"?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hungry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"خائف"?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tired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scared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hungry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19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19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19 — Feelings</dc:title>
  <dc:subject>PptxGenJS Presentation</dc:subject>
  <dc:creator>Lumio English</dc:creator>
  <cp:lastModifiedBy>Lumio English</cp:lastModifiedBy>
  <cp:revision>1</cp:revision>
  <dcterms:created xsi:type="dcterms:W3CDTF">2026-07-14T08:11:30Z</dcterms:created>
  <dcterms:modified xsi:type="dcterms:W3CDTF">2026-07-14T08:11:30Z</dcterms:modified>
</cp:coreProperties>
</file>