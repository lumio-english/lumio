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School. Goal: Name school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"school" x2, choral repeat x3. Meaning: مدرسة. Sentence: I go to school..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"book" x2, choral repeat x3. Meaning: كتاب. Sentence: I read a book..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"pen" x2, choral repeat x3. Meaning: قلم حبر. Sentence: A blue pen..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"pencil" x2, choral repeat x3. Meaning: قلم رصاص. Sentence: I write with a pencil..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"bag" x2, choral repeat x3. Meaning: حقيبة. Sentence: My bag is orange..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"teacher" x2, choral repeat x3. Meaning: معلم / معلمة. Sentence: My teacher is kind..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school (مدرسة).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book (كتاب).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pen (قلم حبر).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bag.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teacher.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SCHOOL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school  •  book  •  pen  •  pencil  •  bag  •  teacher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school things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School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school  —  مدرسة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  —  كتاب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  —  قلم حبر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pencil  —  قلم رصاص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bag  —  حقيبة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 —  معلم / معلمة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school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school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مدرسة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go to school."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school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go to school."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مدرسة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book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read a book."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book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read a book."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كتاب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 حبر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blue pen."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blue pen."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 حبر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pencil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pencil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 رصاص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write with a pencil."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pencil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write with a pencil."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 رصاص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bag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حقيبة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bag is orange."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bag is orange."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حقيبة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teacher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معلم / معلمة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teacher is kind."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teacher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teacher is kind."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معلم / معلمة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school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book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pen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pencil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bag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teacher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"حقيبة"?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pencil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bag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"معلم / معلمة"?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school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pencil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16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16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16 — My School</dc:title>
  <dc:subject>PptxGenJS Presentation</dc:subject>
  <dc:creator>Lumio English</dc:creator>
  <cp:lastModifiedBy>Lumio English</cp:lastModifiedBy>
  <cp:revision>1</cp:revision>
  <dcterms:created xsi:type="dcterms:W3CDTF">2026-07-14T08:11:28Z</dcterms:created>
  <dcterms:modified xsi:type="dcterms:W3CDTF">2026-07-14T08:11:28Z</dcterms:modified>
</cp:coreProperties>
</file>