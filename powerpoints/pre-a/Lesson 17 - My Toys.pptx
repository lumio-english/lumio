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My Toys. Goal: Name toys.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"ball" x2, choral repeat x3. Meaning: كرة. Sentence: Kick the ball!.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"car" x2, choral repeat x3. Meaning: سيارة. Sentence: A red toy car..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"doll" x2, choral repeat x3. Meaning: دمية. Sentence: The doll is pretty..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"robot" x2, choral repeat x3. Meaning: روبوت. Sentence: The robot can walk..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"blocks" x2, choral repeat x3. Meaning: مكعبات. Sentence: I build with blocks..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"teddy bear" x2, choral repeat x3. Meaning: دبدوب. Sentence: I hug my teddy bear..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ball (كرة).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car (سيارة).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doll (دمية).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blocks.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teddy bear.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TOYS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  •  car  •  doll  •  robot  •  blocks  •  teddy bear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Name toys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My Toys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  —  كرة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car  —  سيارة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doll  —  دمية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robot  —  روبوت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blocks  —  مكعبات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teddy bear  —  دبدوب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"Kick the ball!"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"Kick the ball!"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car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سيارة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 red toy car."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 red toy car."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سيارة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doll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doll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دمية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doll is pretty."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doll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doll is pretty."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دمية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robot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robot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روبوت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robot can walk."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robot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robot can walk."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روبوت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blocks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blocks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مكعبات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build with blocks."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blocks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build with blocks."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مكعبات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teddy bear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227457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227457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27" name="Shape 24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9" name="Shape 26"/>
          <p:cNvSpPr/>
          <p:nvPr/>
        </p:nvSpPr>
        <p:spPr>
          <a:xfrm>
            <a:off x="96012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30" name="Text 27"/>
          <p:cNvSpPr/>
          <p:nvPr/>
        </p:nvSpPr>
        <p:spPr>
          <a:xfrm>
            <a:off x="96012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31" name="Shape 28"/>
          <p:cNvSpPr/>
          <p:nvPr/>
        </p:nvSpPr>
        <p:spPr>
          <a:xfrm>
            <a:off x="1943100" y="424053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C2410C"/>
          </a:solidFill>
          <a:ln/>
        </p:spPr>
      </p:sp>
      <p:sp>
        <p:nvSpPr>
          <p:cNvPr id="32" name="Text 29"/>
          <p:cNvSpPr/>
          <p:nvPr/>
        </p:nvSpPr>
        <p:spPr>
          <a:xfrm>
            <a:off x="1943100" y="424053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33" name="Shape 3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teddy bear</a:t>
            </a:r>
            <a:endParaRPr lang="en-US" sz="4600" dirty="0"/>
          </a:p>
        </p:txBody>
      </p:sp>
      <p:sp>
        <p:nvSpPr>
          <p:cNvPr id="35" name="Shape 32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دبدوب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hug my teddy bear."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0" name="Text 3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4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teddy bear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hug my teddy bear."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دبدوب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ball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car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doll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robot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blocks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teddy bear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"مكعبات"?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teddy bear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blocks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car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"دبدوب"?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doll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robot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teddy bear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17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17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17 — My Toys</dc:title>
  <dc:subject>PptxGenJS Presentation</dc:subject>
  <dc:creator>Lumio English</dc:creator>
  <cp:lastModifiedBy>Lumio English</cp:lastModifiedBy>
  <cp:revision>1</cp:revision>
  <dcterms:created xsi:type="dcterms:W3CDTF">2026-07-14T08:11:29Z</dcterms:created>
  <dcterms:modified xsi:type="dcterms:W3CDTF">2026-07-14T08:11:29Z</dcterms:modified>
</cp:coreProperties>
</file>