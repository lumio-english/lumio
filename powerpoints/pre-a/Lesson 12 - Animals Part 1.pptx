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Animals Part 1. Goal: Name pets and small animals.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"cat" x2, choral repeat x3. Meaning: قطة. Sentence: The cat says meow..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"dog" x2, choral repeat x3. Meaning: كلب. Sentence: The dog says woof..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"bird" x2, choral repeat x3. Meaning: طائر. Sentence: The bird can fly..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"fish" x2, choral repeat x3. Meaning: سمكة. Sentence: The fish can swim..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"rabbit" x2, choral repeat x3. Meaning: أرنب. Sentence: The rabbit jumps high..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"duck" x2, choral repeat x3. Meaning: بطة. Sentence: The duck says quack..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cat (قطة).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dog (كلب).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bird (طائر).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rabbit.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duck.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ANIMALS PART 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•  dog  •  bird  •  fish  •  rabbit  •  duck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pets and small animals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Animals 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—  قطة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—  كلب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  —  طائر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  —  سمكة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  —  أرنب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duck  —  بطة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says meow."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says meow."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dog says woof."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dog says woof."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bird can fly."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bird can fly."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fish can swim."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fish can swim."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rabbit jumps high."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rabbit jumps high."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duck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duck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بطة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duck says quack."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duck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duck says quack."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بطة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cat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dog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bird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rabbit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duck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"أرنب"?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"بطة"?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duck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12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12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12 — Animals Part 1</dc:title>
  <dc:subject>PptxGenJS Presentation</dc:subject>
  <dc:creator>Lumio English</dc:creator>
  <cp:lastModifiedBy>Lumio English</cp:lastModifiedBy>
  <cp:revision>1</cp:revision>
  <dcterms:created xsi:type="dcterms:W3CDTF">2026-07-14T08:11:26Z</dcterms:created>
  <dcterms:modified xsi:type="dcterms:W3CDTF">2026-07-14T08:11:26Z</dcterms:modified>
</cp:coreProperties>
</file>