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ABC Part 3 (S–Z). Goal: Letters S to Z with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"sun" x2, choral repeat x3. Meaning: شمس. Sentence: S is for sun..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"tree" x2, choral repeat x3. Meaning: شجرة. Sentence: T is for tree..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"umbrella" x2, choral repeat x3. Meaning: مظلة. Sentence: U is for umbrella..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"u..."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"van" x2, choral repeat x3. Meaning: شاحنة صغيرة. Sentence: V is for van..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"v..."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"water" x2, choral repeat x3. Meaning: ماء. Sentence: W is for water..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"box" x2, choral repeat x3. Meaning: صندوق. Sentence: X is in box..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"yellow" x2, choral repeat x3. Meaning: أصفر. Sentence: Y is for yellow..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"y..."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"zebra" x2, choral repeat x3. Meaning: حمار وحشي. Sentence: Z is for zebra..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"z..."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sun (شمس).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tree (شجرة).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umbrella (مظلة). Hint if needed: "u..."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yellow.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zebra.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ABC PART 3 (S–Z)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  •  tree  •  umbrella  •  van  •  water  •  box  •  yellow  •  zebra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Letters S to Z with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ABC Part 3 (S–Z)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  —  شمس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tree  —  شجرة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umbrella  —  مظلة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van  —  شاحنة صغيرة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water  —  ماء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  —  صندوق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  —  أصفر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  —  حمار وحشي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شمس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 is for sun."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"S is for sun."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شمس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tree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شجرة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 is for tree."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tree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 is for tree."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شجرة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umbrella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380" dirty="0"/>
          </a:p>
        </p:txBody>
      </p:sp>
      <p:sp>
        <p:nvSpPr>
          <p:cNvPr id="31" name="Shape 28"/>
          <p:cNvSpPr/>
          <p:nvPr/>
        </p:nvSpPr>
        <p:spPr>
          <a:xfrm>
            <a:off x="228600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228600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33" name="Shape 3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umbrella</a:t>
            </a:r>
            <a:endParaRPr lang="en-US" sz="4600" dirty="0"/>
          </a:p>
        </p:txBody>
      </p:sp>
      <p:sp>
        <p:nvSpPr>
          <p:cNvPr id="35" name="Shape 3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مظلة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"U is for umbrella."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4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umbrella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"U is for umbrella."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مظلة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van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van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شاحنة صغيرة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"V is for van."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van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"V is for van."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شاحنة صغيرة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water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ماء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 is for water."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 is for water."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X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صندوق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"X is in box."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"X is in box."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صندوق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yellow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أصفر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 is for yellow."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yellow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 is for yellow."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أصفر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zebra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حمار وحشي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"Z is for zebra."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zebra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"Z is for zebra."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حمار وحشي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sun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tree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umbrella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van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water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box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yellow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zebra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7" name="Shape 14"/>
          <p:cNvSpPr/>
          <p:nvPr/>
        </p:nvSpPr>
        <p:spPr>
          <a:xfrm>
            <a:off x="438912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9" name="Shape 16"/>
          <p:cNvSpPr/>
          <p:nvPr/>
        </p:nvSpPr>
        <p:spPr>
          <a:xfrm>
            <a:off x="525780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21" name="Shape 18"/>
          <p:cNvSpPr/>
          <p:nvPr/>
        </p:nvSpPr>
        <p:spPr>
          <a:xfrm>
            <a:off x="612648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23" name="Shape 20"/>
          <p:cNvSpPr/>
          <p:nvPr/>
        </p:nvSpPr>
        <p:spPr>
          <a:xfrm>
            <a:off x="699516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699516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25" name="Text 2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"أصفر"?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yellow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"حمار وحشي"?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tree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5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5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5 — ABC Part 3 (S–Z)</dc:title>
  <dc:subject>PptxGenJS Presentation</dc:subject>
  <dc:creator>Lumio English</dc:creator>
  <cp:lastModifiedBy>Lumio English</cp:lastModifiedBy>
  <cp:revision>1</cp:revision>
  <dcterms:created xsi:type="dcterms:W3CDTF">2026-07-14T08:11:23Z</dcterms:created>
  <dcterms:modified xsi:type="dcterms:W3CDTF">2026-07-14T08:11:23Z</dcterms:modified>
</cp:coreProperties>
</file>