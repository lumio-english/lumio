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Actions. Goal: Say action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"run" x2, choral repeat x3. Meaning: يجري. Sentence: I can run fast..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"jump" x2, choral repeat x3. Meaning: يقفز. Sentence: Jump high!.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"sit" x2, choral repeat x3. Meaning: يجلس. Sentence: Please sit down..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"stand" x2, choral repeat x3. Meaning: يقف. Sentence: Stand up, please..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"clap" x2, choral repeat x3. Meaning: يصفق. Sentence: Clap your hands!.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"sing" x2, choral repeat x3. Meaning: يغني. Sentence: We sing a song..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run (يجري).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jump (يقفز).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sit (يجلس).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clap.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sing.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ACTIONS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  •  jump  •  sit  •  stand  •  clap  •  sing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action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Actions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  —  يجري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  —  يقفز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sit  —  يجلس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 —  يقف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 —  يصفق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sing  —  يغني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 fast."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 fast."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"Jump high!"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"Jump high!"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sit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يجلس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"Please sit down."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"Please sit down."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يجلس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stand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"Stand up, please."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stand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"Stand up, please."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clap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يصفق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"Clap your hands!"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clap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"Clap your hands!"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يصفق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sing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يغني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"We sing a song."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"We sing a song."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يغني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run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jump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sit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stand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clap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sing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"يصفق"?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"يغني"?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sing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18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18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18 — Actions</dc:title>
  <dc:subject>PptxGenJS Presentation</dc:subject>
  <dc:creator>Lumio English</dc:creator>
  <cp:lastModifiedBy>Lumio English</cp:lastModifiedBy>
  <cp:revision>1</cp:revision>
  <dcterms:created xsi:type="dcterms:W3CDTF">2026-07-14T08:11:29Z</dcterms:created>
  <dcterms:modified xsi:type="dcterms:W3CDTF">2026-07-14T08:11:29Z</dcterms:modified>
</cp:coreProperties>
</file>