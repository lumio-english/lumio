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ABC Part 2 (J–R). Goal: Letters J to R with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"juice" x2, choral repeat x3. Meaning: عصير. Sentence: J is for juice..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"kite" x2, choral repeat x3. Meaning: طائرة ورقية. Sentence: K is for kite..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"lion" x2, choral repeat x3. Meaning: أسد. Sentence: L is for lion..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"moon" x2, choral repeat x3. Meaning: قمر. Sentence: M is for moon..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"nose" x2, choral repeat x3. Meaning: أنف. Sentence: N is for nose..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"orange" x2, choral repeat x3. Meaning: برتقالة. Sentence: O is for orange..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"o..."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"pen" x2, choral repeat x3. Meaning: قلم. Sentence: P is for pen..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"p..."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"queen" x2, choral repeat x3. Meaning: ملكة. Sentence: Q is for queen..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"q..."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"rabbit" x2, choral repeat x3. Meaning: أرنب. Sentence: R is for rabbit..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"r..."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juice (عصير). Hint if needed: "j..."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kite (طائرة ورقية). Hint if needed: "k..."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lion (أسد).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queen.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rabbit.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1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ABC PART 2 (J–R)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  •  kite  •  lion  •  moon  •  nose  •  orange  •  pen  •  queen  •  rabbit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9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9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9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Letters J to R with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ABC Part 2 (J–R)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  —  عصير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kite  —  طائرة ورقية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  —  أسد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moon  —  قمر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nose  —  أنف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  —  برتقالة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  —  قلم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queen  —  ملكة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  —  أرنب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juice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7" name="Text 24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8" name="Shape 2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</a:t>
            </a:r>
            <a:endParaRPr lang="en-US" sz="4600" dirty="0"/>
          </a:p>
        </p:txBody>
      </p:sp>
      <p:sp>
        <p:nvSpPr>
          <p:cNvPr id="30" name="Shape 27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عصير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"J is for juice."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5" name="Text 3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6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juice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"J is for juice."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عصير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kite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kite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طائرة ورقية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"K is for kite."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kite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"K is for kite."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طائرة ورقية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lion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lion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أسد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"L is for lion."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lion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"L is for lion."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أسد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moon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قمر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 is for moon."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 is for moon."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قمر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nose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6" name="Shape 2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nose</a:t>
            </a:r>
            <a:endParaRPr lang="en-US" sz="4600" dirty="0"/>
          </a:p>
        </p:txBody>
      </p:sp>
      <p:sp>
        <p:nvSpPr>
          <p:cNvPr id="28" name="Shape 2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أنف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 is for nose."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4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nose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 is for nose."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orange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7" name="Text 24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467" dirty="0"/>
          </a:p>
        </p:txBody>
      </p:sp>
      <p:sp>
        <p:nvSpPr>
          <p:cNvPr id="28" name="Shape 25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30" name="Shape 2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orange</a:t>
            </a:r>
            <a:endParaRPr lang="en-US" sz="4600" dirty="0"/>
          </a:p>
        </p:txBody>
      </p:sp>
      <p:sp>
        <p:nvSpPr>
          <p:cNvPr id="32" name="Shape 29"/>
          <p:cNvSpPr/>
          <p:nvPr/>
        </p:nvSpPr>
        <p:spPr>
          <a:xfrm>
            <a:off x="5824728" y="288036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برتقالة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 is for orange."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8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orange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 is for orange."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برتقالة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pen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قلم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"P is for pen."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pen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"P is for pen."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قلم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queen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7" name="Text 24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8" name="Shape 2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queen</a:t>
            </a:r>
            <a:endParaRPr lang="en-US" sz="4600" dirty="0"/>
          </a:p>
        </p:txBody>
      </p:sp>
      <p:sp>
        <p:nvSpPr>
          <p:cNvPr id="30" name="Shape 27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ملكة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"Q is for queen."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5" name="Text 3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6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queen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"Q is for queen."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ملكة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rabbit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41605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1" name="Text 18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5" name="Text 22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7" name="Text 24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8" name="Shape 25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30" name="Shape 2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</a:t>
            </a:r>
            <a:endParaRPr lang="en-US" sz="4600" dirty="0"/>
          </a:p>
        </p:txBody>
      </p:sp>
      <p:sp>
        <p:nvSpPr>
          <p:cNvPr id="32" name="Shape 29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أرنب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"R is for rabbit."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8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rabbit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"R is for rabbit."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أرنب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juice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kite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lion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moon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nose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orange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pen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queen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9. rabbit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181356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181356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033" dirty="0"/>
          </a:p>
        </p:txBody>
      </p:sp>
      <p:sp>
        <p:nvSpPr>
          <p:cNvPr id="15" name="Shape 12"/>
          <p:cNvSpPr/>
          <p:nvPr/>
        </p:nvSpPr>
        <p:spPr>
          <a:xfrm>
            <a:off x="438912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38912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3033" dirty="0"/>
          </a:p>
        </p:txBody>
      </p:sp>
      <p:sp>
        <p:nvSpPr>
          <p:cNvPr id="17" name="Shape 14"/>
          <p:cNvSpPr/>
          <p:nvPr/>
        </p:nvSpPr>
        <p:spPr>
          <a:xfrm>
            <a:off x="5547360" y="297180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547360" y="297180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033" dirty="0"/>
          </a:p>
        </p:txBody>
      </p:sp>
      <p:sp>
        <p:nvSpPr>
          <p:cNvPr id="19" name="Text 16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0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"ملكة"?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queen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juice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"أرنب"?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rabbit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pen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nose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30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4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31 / 31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4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4 — ABC Part 2 (J–R)</dc:title>
  <dc:subject>PptxGenJS Presentation</dc:subject>
  <dc:creator>Lumio English</dc:creator>
  <cp:lastModifiedBy>Lumio English</cp:lastModifiedBy>
  <cp:revision>1</cp:revision>
  <dcterms:created xsi:type="dcterms:W3CDTF">2026-07-14T08:11:22Z</dcterms:created>
  <dcterms:modified xsi:type="dcterms:W3CDTF">2026-07-14T08:11:22Z</dcterms:modified>
</cp:coreProperties>
</file>