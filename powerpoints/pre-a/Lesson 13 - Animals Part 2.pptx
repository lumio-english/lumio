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Today: Animals Part 2. Goal: Name zoo animals.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greeting. Set a positive, energetic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goals aloud. Keep energy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minutes, high energy, physical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words quickly. Don't teach yet, just build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"lion" x2, choral repeat x3. Meaning: أسد. Sentence: The lion is big..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"l..."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"elephant" x2, choral repeat x3. Meaning: فيل. Sentence: The elephant is very big!.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"e..."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"monkey" x2, choral repeat x3. Meaning: قرد. Sentence: The monkey likes bananas..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"m..."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"giraffe" x2, choral repeat x3. Meaning: زرافة. Sentence: The giraffe is tall..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"g..."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"zebra" x2, choral repeat x3. Meaning: حمار وحشي. Sentence: The zebra is black and white..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"z..."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"camel" x2, choral repeat x3. Meaning: جمل. Sentence: The camel lives in the desert..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"c..."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and say each word, students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lion (أسد). Hint if needed: "l..."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elephant (فيل). Hint if needed: "e..."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monkey (قرد). Hint if needed: "m..."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giraffe.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zebra.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camel.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Celebrate! Praise students by name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homework. Warm goodbye.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6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0771632" y="32004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71632" y="3200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LESSON
</a:t>
            </a:r>
            <a:endParaRPr lang="en-US" sz="8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603504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343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ANIMALS PART 2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68680" y="51663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lion  •  elephant  •  monkey  •  giraffe  •  zebra  •  camel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PRE-A LEVEL  ·  6 NEW WORDS</a:t>
            </a:r>
            <a:endParaRPr lang="en-US" sz="1100" dirty="0"/>
          </a:p>
        </p:txBody>
      </p:sp>
      <p:pic>
        <p:nvPicPr>
          <p:cNvPr id="12" name="Image 1" descr="/home/claude/Lumio-English/assets/scenes/chars/lumi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854802"/>
            <a:ext cx="4480560" cy="48203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Welcome to Lumio English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Hello, little star!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 says: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"Hello! Today we learn 6 new words!"
</a:t>
            </a:r>
            <a:endParaRPr lang="en-US" sz="1700" dirty="0"/>
          </a:p>
        </p:txBody>
      </p:sp>
      <p:pic>
        <p:nvPicPr>
          <p:cNvPr id="11" name="Image 1" descr="/home/claude/Lumio-English/assets/scenes/chars/lumi-wave-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09039"/>
            <a:ext cx="2057400" cy="227464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Today's Goals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By the end, you will: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Say 6 new words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Name zoo animals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Play games and earn stars
</a:t>
            </a:r>
            <a:endParaRPr lang="en-US" sz="1700" dirty="0"/>
          </a:p>
        </p:txBody>
      </p:sp>
      <p:pic>
        <p:nvPicPr>
          <p:cNvPr id="11" name="Image 1" descr="/home/claude/Lumio-English/assets/scenes/chars/lumi-boo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72244"/>
            <a:ext cx="2057400" cy="3011436"/>
          </a:xfrm>
          <a:prstGeom prst="rect">
            <a:avLst/>
          </a:prstGeom>
        </p:spPr>
      </p:pic>
      <p:pic>
        <p:nvPicPr>
          <p:cNvPr id="12" name="Image 2" descr="/home/claude/Lumio-English/assets/scenes/chars/sara-teach-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463661"/>
            <a:ext cx="2084832" cy="21200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Warm-up • Animals Part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Let's get ready!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Stand up and stretch!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hello to a friend.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Clap your hands three times!
</a:t>
            </a:r>
            <a:endParaRPr lang="en-US" sz="1700" dirty="0"/>
          </a:p>
        </p:txBody>
      </p:sp>
      <p:pic>
        <p:nvPicPr>
          <p:cNvPr id="1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11" y="2926080"/>
            <a:ext cx="1766217" cy="3657600"/>
          </a:xfrm>
          <a:prstGeom prst="rect">
            <a:avLst/>
          </a:prstGeom>
        </p:spPr>
      </p:pic>
      <p:pic>
        <p:nvPicPr>
          <p:cNvPr id="12" name="Image 2" descr="/home/claude/Lumio-English/assets/scenes/chars/noor-jum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576250"/>
            <a:ext cx="2084832" cy="3007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Words for Today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new words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lion  —  أسد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elephant  —  فيل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monkey  —  قرد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giraffe  —  زرافة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zebra  —  حمار وحشي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camel  —  جمل
</a:t>
            </a:r>
            <a:endParaRPr lang="en-US" sz="1700" dirty="0"/>
          </a:p>
        </p:txBody>
      </p:sp>
      <p:pic>
        <p:nvPicPr>
          <p:cNvPr id="11" name="Image 1" descr="/home/claude/Lumio-English/assets/scenes/chars/lumi-teach-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359143"/>
            <a:ext cx="2084832" cy="2224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lion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2535" dirty="0"/>
          </a:p>
        </p:txBody>
      </p:sp>
      <p:sp>
        <p:nvSpPr>
          <p:cNvPr id="17" name="Shape 14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2535" dirty="0"/>
          </a:p>
        </p:txBody>
      </p:sp>
      <p:sp>
        <p:nvSpPr>
          <p:cNvPr id="23" name="Shape 20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lion</a:t>
            </a:r>
            <a:endParaRPr lang="en-US" sz="4600" dirty="0"/>
          </a:p>
        </p:txBody>
      </p:sp>
      <p:sp>
        <p:nvSpPr>
          <p:cNvPr id="25" name="Shape 22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6" name="Text 23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أسد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lion is big."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lion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lion is big."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أسد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elephant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1005840" y="182880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1005840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380" dirty="0"/>
          </a:p>
        </p:txBody>
      </p:sp>
      <p:sp>
        <p:nvSpPr>
          <p:cNvPr id="17" name="Shape 14"/>
          <p:cNvSpPr/>
          <p:nvPr/>
        </p:nvSpPr>
        <p:spPr>
          <a:xfrm>
            <a:off x="2286000" y="182880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86000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3380" dirty="0"/>
          </a:p>
        </p:txBody>
      </p:sp>
      <p:sp>
        <p:nvSpPr>
          <p:cNvPr id="19" name="Shape 16"/>
          <p:cNvSpPr/>
          <p:nvPr/>
        </p:nvSpPr>
        <p:spPr>
          <a:xfrm>
            <a:off x="3566160" y="182880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66160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380" dirty="0"/>
          </a:p>
        </p:txBody>
      </p:sp>
      <p:sp>
        <p:nvSpPr>
          <p:cNvPr id="21" name="Shape 18"/>
          <p:cNvSpPr/>
          <p:nvPr/>
        </p:nvSpPr>
        <p:spPr>
          <a:xfrm>
            <a:off x="1005840" y="310896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1005840" y="3108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3380" dirty="0"/>
          </a:p>
        </p:txBody>
      </p:sp>
      <p:sp>
        <p:nvSpPr>
          <p:cNvPr id="23" name="Shape 20"/>
          <p:cNvSpPr/>
          <p:nvPr/>
        </p:nvSpPr>
        <p:spPr>
          <a:xfrm>
            <a:off x="2286000" y="310896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C2410C"/>
          </a:solidFill>
          <a:ln/>
        </p:spPr>
      </p:sp>
      <p:sp>
        <p:nvSpPr>
          <p:cNvPr id="24" name="Text 21"/>
          <p:cNvSpPr/>
          <p:nvPr/>
        </p:nvSpPr>
        <p:spPr>
          <a:xfrm>
            <a:off x="2286000" y="3108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3380" dirty="0"/>
          </a:p>
        </p:txBody>
      </p:sp>
      <p:sp>
        <p:nvSpPr>
          <p:cNvPr id="25" name="Shape 22"/>
          <p:cNvSpPr/>
          <p:nvPr/>
        </p:nvSpPr>
        <p:spPr>
          <a:xfrm>
            <a:off x="3566160" y="310896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F97316"/>
          </a:solidFill>
          <a:ln/>
        </p:spPr>
      </p:sp>
      <p:sp>
        <p:nvSpPr>
          <p:cNvPr id="26" name="Text 23"/>
          <p:cNvSpPr/>
          <p:nvPr/>
        </p:nvSpPr>
        <p:spPr>
          <a:xfrm>
            <a:off x="3566160" y="3108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380" dirty="0"/>
          </a:p>
        </p:txBody>
      </p:sp>
      <p:sp>
        <p:nvSpPr>
          <p:cNvPr id="27" name="Shape 24"/>
          <p:cNvSpPr/>
          <p:nvPr/>
        </p:nvSpPr>
        <p:spPr>
          <a:xfrm>
            <a:off x="1005840" y="438912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0D9488"/>
          </a:solidFill>
          <a:ln/>
        </p:spPr>
      </p:sp>
      <p:sp>
        <p:nvSpPr>
          <p:cNvPr id="28" name="Text 25"/>
          <p:cNvSpPr/>
          <p:nvPr/>
        </p:nvSpPr>
        <p:spPr>
          <a:xfrm>
            <a:off x="1005840" y="43891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380" dirty="0"/>
          </a:p>
        </p:txBody>
      </p:sp>
      <p:sp>
        <p:nvSpPr>
          <p:cNvPr id="29" name="Shape 26"/>
          <p:cNvSpPr/>
          <p:nvPr/>
        </p:nvSpPr>
        <p:spPr>
          <a:xfrm>
            <a:off x="2286000" y="438912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F59E0B"/>
          </a:solidFill>
          <a:ln/>
        </p:spPr>
      </p:sp>
      <p:sp>
        <p:nvSpPr>
          <p:cNvPr id="30" name="Text 27"/>
          <p:cNvSpPr/>
          <p:nvPr/>
        </p:nvSpPr>
        <p:spPr>
          <a:xfrm>
            <a:off x="2286000" y="43891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3380" dirty="0"/>
          </a:p>
        </p:txBody>
      </p:sp>
      <p:sp>
        <p:nvSpPr>
          <p:cNvPr id="31" name="Shape 28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elephant</a:t>
            </a:r>
            <a:endParaRPr lang="en-US" sz="4600" dirty="0"/>
          </a:p>
        </p:txBody>
      </p:sp>
      <p:sp>
        <p:nvSpPr>
          <p:cNvPr id="33" name="Shape 30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4" name="Text 31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فيل</a:t>
            </a:r>
            <a:endParaRPr lang="en-US" sz="2000" dirty="0"/>
          </a:p>
        </p:txBody>
      </p:sp>
      <p:sp>
        <p:nvSpPr>
          <p:cNvPr id="35" name="Shape 32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elephant is very big!"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8" name="Text 35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9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elephant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elephant is very big!"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فيل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monkey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K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4" name="Text 21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358140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26" name="Text 23"/>
          <p:cNvSpPr/>
          <p:nvPr/>
        </p:nvSpPr>
        <p:spPr>
          <a:xfrm>
            <a:off x="358140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</a:t>
            </a:r>
            <a:endParaRPr lang="en-US" sz="3467" dirty="0"/>
          </a:p>
        </p:txBody>
      </p:sp>
      <p:sp>
        <p:nvSpPr>
          <p:cNvPr id="27" name="Shape 24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monkey</a:t>
            </a:r>
            <a:endParaRPr lang="en-US" sz="4600" dirty="0"/>
          </a:p>
        </p:txBody>
      </p:sp>
      <p:sp>
        <p:nvSpPr>
          <p:cNvPr id="29" name="Shape 26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قرد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monkey likes bananas."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4" name="Text 31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5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monkey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11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monkey likes bananas."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قرد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giraffe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12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1005840" y="182880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1005840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</a:t>
            </a:r>
            <a:endParaRPr lang="en-US" sz="3380" dirty="0"/>
          </a:p>
        </p:txBody>
      </p:sp>
      <p:sp>
        <p:nvSpPr>
          <p:cNvPr id="17" name="Shape 14"/>
          <p:cNvSpPr/>
          <p:nvPr/>
        </p:nvSpPr>
        <p:spPr>
          <a:xfrm>
            <a:off x="2286000" y="182880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86000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3380" dirty="0"/>
          </a:p>
        </p:txBody>
      </p:sp>
      <p:sp>
        <p:nvSpPr>
          <p:cNvPr id="19" name="Shape 16"/>
          <p:cNvSpPr/>
          <p:nvPr/>
        </p:nvSpPr>
        <p:spPr>
          <a:xfrm>
            <a:off x="3566160" y="182880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66160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380" dirty="0"/>
          </a:p>
        </p:txBody>
      </p:sp>
      <p:sp>
        <p:nvSpPr>
          <p:cNvPr id="21" name="Shape 18"/>
          <p:cNvSpPr/>
          <p:nvPr/>
        </p:nvSpPr>
        <p:spPr>
          <a:xfrm>
            <a:off x="1005840" y="310896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1005840" y="3108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380" dirty="0"/>
          </a:p>
        </p:txBody>
      </p:sp>
      <p:sp>
        <p:nvSpPr>
          <p:cNvPr id="23" name="Shape 20"/>
          <p:cNvSpPr/>
          <p:nvPr/>
        </p:nvSpPr>
        <p:spPr>
          <a:xfrm>
            <a:off x="2286000" y="310896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C2410C"/>
          </a:solidFill>
          <a:ln/>
        </p:spPr>
      </p:sp>
      <p:sp>
        <p:nvSpPr>
          <p:cNvPr id="24" name="Text 21"/>
          <p:cNvSpPr/>
          <p:nvPr/>
        </p:nvSpPr>
        <p:spPr>
          <a:xfrm>
            <a:off x="2286000" y="3108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</a:t>
            </a:r>
            <a:endParaRPr lang="en-US" sz="3380" dirty="0"/>
          </a:p>
        </p:txBody>
      </p:sp>
      <p:sp>
        <p:nvSpPr>
          <p:cNvPr id="25" name="Shape 22"/>
          <p:cNvSpPr/>
          <p:nvPr/>
        </p:nvSpPr>
        <p:spPr>
          <a:xfrm>
            <a:off x="3566160" y="310896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F97316"/>
          </a:solidFill>
          <a:ln/>
        </p:spPr>
      </p:sp>
      <p:sp>
        <p:nvSpPr>
          <p:cNvPr id="26" name="Text 23"/>
          <p:cNvSpPr/>
          <p:nvPr/>
        </p:nvSpPr>
        <p:spPr>
          <a:xfrm>
            <a:off x="3566160" y="3108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</a:t>
            </a:r>
            <a:endParaRPr lang="en-US" sz="3380" dirty="0"/>
          </a:p>
        </p:txBody>
      </p:sp>
      <p:sp>
        <p:nvSpPr>
          <p:cNvPr id="27" name="Shape 24"/>
          <p:cNvSpPr/>
          <p:nvPr/>
        </p:nvSpPr>
        <p:spPr>
          <a:xfrm>
            <a:off x="1005840" y="438912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0D9488"/>
          </a:solidFill>
          <a:ln/>
        </p:spPr>
      </p:sp>
      <p:sp>
        <p:nvSpPr>
          <p:cNvPr id="28" name="Text 25"/>
          <p:cNvSpPr/>
          <p:nvPr/>
        </p:nvSpPr>
        <p:spPr>
          <a:xfrm>
            <a:off x="1005840" y="43891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380" dirty="0"/>
          </a:p>
        </p:txBody>
      </p:sp>
      <p:sp>
        <p:nvSpPr>
          <p:cNvPr id="29" name="Shape 26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giraffe</a:t>
            </a:r>
            <a:endParaRPr lang="en-US" sz="4600" dirty="0"/>
          </a:p>
        </p:txBody>
      </p:sp>
      <p:sp>
        <p:nvSpPr>
          <p:cNvPr id="31" name="Shape 28"/>
          <p:cNvSpPr/>
          <p:nvPr/>
        </p:nvSpPr>
        <p:spPr>
          <a:xfrm>
            <a:off x="5824728" y="28803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زرافة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giraffe is tall."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6" name="Text 33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7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giraffe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13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giraffe is tall."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زرافة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zebra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14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Z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4" name="Text 21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zebra</a:t>
            </a:r>
            <a:endParaRPr lang="en-US" sz="4600" dirty="0"/>
          </a:p>
        </p:txBody>
      </p:sp>
      <p:sp>
        <p:nvSpPr>
          <p:cNvPr id="27" name="Shape 24"/>
          <p:cNvSpPr/>
          <p:nvPr/>
        </p:nvSpPr>
        <p:spPr>
          <a:xfrm>
            <a:off x="5824728" y="288036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2880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حمار وحشي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zebra is black and white."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3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zebra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15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zebra is black and white."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حمار وحشي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camel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16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4" name="Text 21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camel</a:t>
            </a:r>
            <a:endParaRPr lang="en-US" sz="4600" dirty="0"/>
          </a:p>
        </p:txBody>
      </p:sp>
      <p:sp>
        <p:nvSpPr>
          <p:cNvPr id="27" name="Shape 24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جمل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camel lives in the desert."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3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camel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17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camel lives in the desert."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جمل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and Repeat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18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turn, your turn!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lion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elephant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monkey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4. giraffe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5. zebra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6. camel
</a:t>
            </a:r>
            <a:endParaRPr lang="en-US" sz="1700" dirty="0"/>
          </a:p>
        </p:txBody>
      </p:sp>
      <p:pic>
        <p:nvPicPr>
          <p:cNvPr id="11" name="Image 1" descr="/home/claude/Lumio-English/assets/scenes/chars/sara-cl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104" y="2926080"/>
            <a:ext cx="144222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19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2210" dirty="0"/>
          </a:p>
        </p:txBody>
      </p:sp>
      <p:sp>
        <p:nvSpPr>
          <p:cNvPr id="11" name="Shape 8"/>
          <p:cNvSpPr/>
          <p:nvPr/>
        </p:nvSpPr>
        <p:spPr>
          <a:xfrm>
            <a:off x="525780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25780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2210" dirty="0"/>
          </a:p>
        </p:txBody>
      </p:sp>
      <p:sp>
        <p:nvSpPr>
          <p:cNvPr id="13" name="Shape 10"/>
          <p:cNvSpPr/>
          <p:nvPr/>
        </p:nvSpPr>
        <p:spPr>
          <a:xfrm>
            <a:off x="612648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2210" dirty="0"/>
          </a:p>
        </p:txBody>
      </p:sp>
      <p:sp>
        <p:nvSpPr>
          <p:cNvPr id="15" name="Shape 12"/>
          <p:cNvSpPr/>
          <p:nvPr/>
        </p:nvSpPr>
        <p:spPr>
          <a:xfrm>
            <a:off x="699516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699516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2210" dirty="0"/>
          </a:p>
        </p:txBody>
      </p:sp>
      <p:sp>
        <p:nvSpPr>
          <p:cNvPr id="17" name="Text 14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8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10312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210" dirty="0"/>
          </a:p>
        </p:txBody>
      </p:sp>
      <p:sp>
        <p:nvSpPr>
          <p:cNvPr id="11" name="Shape 8"/>
          <p:cNvSpPr/>
          <p:nvPr/>
        </p:nvSpPr>
        <p:spPr>
          <a:xfrm>
            <a:off x="5257800" y="210312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25780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2210" dirty="0"/>
          </a:p>
        </p:txBody>
      </p:sp>
      <p:sp>
        <p:nvSpPr>
          <p:cNvPr id="13" name="Shape 10"/>
          <p:cNvSpPr/>
          <p:nvPr/>
        </p:nvSpPr>
        <p:spPr>
          <a:xfrm>
            <a:off x="6126480" y="210312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210" dirty="0"/>
          </a:p>
        </p:txBody>
      </p:sp>
      <p:sp>
        <p:nvSpPr>
          <p:cNvPr id="15" name="Shape 12"/>
          <p:cNvSpPr/>
          <p:nvPr/>
        </p:nvSpPr>
        <p:spPr>
          <a:xfrm>
            <a:off x="6995160" y="210312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699516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2210" dirty="0"/>
          </a:p>
        </p:txBody>
      </p:sp>
      <p:sp>
        <p:nvSpPr>
          <p:cNvPr id="17" name="Shape 14"/>
          <p:cNvSpPr/>
          <p:nvPr/>
        </p:nvSpPr>
        <p:spPr>
          <a:xfrm>
            <a:off x="4389120" y="297180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C2410C"/>
          </a:solidFill>
          <a:ln/>
        </p:spPr>
      </p:sp>
      <p:sp>
        <p:nvSpPr>
          <p:cNvPr id="18" name="Text 15"/>
          <p:cNvSpPr/>
          <p:nvPr/>
        </p:nvSpPr>
        <p:spPr>
          <a:xfrm>
            <a:off x="4389120" y="2971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2210" dirty="0"/>
          </a:p>
        </p:txBody>
      </p:sp>
      <p:sp>
        <p:nvSpPr>
          <p:cNvPr id="19" name="Shape 16"/>
          <p:cNvSpPr/>
          <p:nvPr/>
        </p:nvSpPr>
        <p:spPr>
          <a:xfrm>
            <a:off x="5257800" y="297180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97316"/>
          </a:solidFill>
          <a:ln/>
        </p:spPr>
      </p:sp>
      <p:sp>
        <p:nvSpPr>
          <p:cNvPr id="20" name="Text 17"/>
          <p:cNvSpPr/>
          <p:nvPr/>
        </p:nvSpPr>
        <p:spPr>
          <a:xfrm>
            <a:off x="5257800" y="2971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210" dirty="0"/>
          </a:p>
        </p:txBody>
      </p:sp>
      <p:sp>
        <p:nvSpPr>
          <p:cNvPr id="21" name="Shape 18"/>
          <p:cNvSpPr/>
          <p:nvPr/>
        </p:nvSpPr>
        <p:spPr>
          <a:xfrm>
            <a:off x="6126480" y="297180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/>
        </p:spPr>
      </p:sp>
      <p:sp>
        <p:nvSpPr>
          <p:cNvPr id="22" name="Text 19"/>
          <p:cNvSpPr/>
          <p:nvPr/>
        </p:nvSpPr>
        <p:spPr>
          <a:xfrm>
            <a:off x="6126480" y="2971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2210" dirty="0"/>
          </a:p>
        </p:txBody>
      </p:sp>
      <p:sp>
        <p:nvSpPr>
          <p:cNvPr id="23" name="Shape 20"/>
          <p:cNvSpPr/>
          <p:nvPr/>
        </p:nvSpPr>
        <p:spPr>
          <a:xfrm>
            <a:off x="6995160" y="297180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59E0B"/>
          </a:solidFill>
          <a:ln/>
        </p:spPr>
      </p:sp>
      <p:sp>
        <p:nvSpPr>
          <p:cNvPr id="24" name="Text 21"/>
          <p:cNvSpPr/>
          <p:nvPr/>
        </p:nvSpPr>
        <p:spPr>
          <a:xfrm>
            <a:off x="6995160" y="2971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2210" dirty="0"/>
          </a:p>
        </p:txBody>
      </p:sp>
      <p:sp>
        <p:nvSpPr>
          <p:cNvPr id="25" name="Text 22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26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21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033" dirty="0"/>
          </a:p>
        </p:txBody>
      </p:sp>
      <p:sp>
        <p:nvSpPr>
          <p:cNvPr id="15" name="Shape 12"/>
          <p:cNvSpPr/>
          <p:nvPr/>
        </p:nvSpPr>
        <p:spPr>
          <a:xfrm>
            <a:off x="438912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438912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K</a:t>
            </a:r>
            <a:endParaRPr lang="en-US" sz="3033" dirty="0"/>
          </a:p>
        </p:txBody>
      </p:sp>
      <p:sp>
        <p:nvSpPr>
          <p:cNvPr id="17" name="Shape 14"/>
          <p:cNvSpPr/>
          <p:nvPr/>
        </p:nvSpPr>
        <p:spPr>
          <a:xfrm>
            <a:off x="554736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C2410C"/>
          </a:solidFill>
          <a:ln/>
        </p:spPr>
      </p:sp>
      <p:sp>
        <p:nvSpPr>
          <p:cNvPr id="18" name="Text 15"/>
          <p:cNvSpPr/>
          <p:nvPr/>
        </p:nvSpPr>
        <p:spPr>
          <a:xfrm>
            <a:off x="554736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033" dirty="0"/>
          </a:p>
        </p:txBody>
      </p:sp>
      <p:sp>
        <p:nvSpPr>
          <p:cNvPr id="19" name="Shape 16"/>
          <p:cNvSpPr/>
          <p:nvPr/>
        </p:nvSpPr>
        <p:spPr>
          <a:xfrm>
            <a:off x="670560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20" name="Text 17"/>
          <p:cNvSpPr/>
          <p:nvPr/>
        </p:nvSpPr>
        <p:spPr>
          <a:xfrm>
            <a:off x="670560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</a:t>
            </a:r>
            <a:endParaRPr lang="en-US" sz="3033" dirty="0"/>
          </a:p>
        </p:txBody>
      </p:sp>
      <p:sp>
        <p:nvSpPr>
          <p:cNvPr id="21" name="Text 18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22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22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animal is very tall?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giraffe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cat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fish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23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"حمار وحشي"?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zebra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camel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monkey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24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"جمل"?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lion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camel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elephant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Reward Time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25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880360" y="1371600"/>
            <a:ext cx="640080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1600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Great job!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200400" y="2606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★  ★  ★  ★  ★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200400" y="3520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 earned 5 stars!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37560" y="4297680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Play Lesson 13 online to keep your streak!</a:t>
            </a:r>
            <a:endParaRPr lang="en-US" sz="1200" dirty="0"/>
          </a:p>
        </p:txBody>
      </p:sp>
      <p:pic>
        <p:nvPicPr>
          <p:cNvPr id="13" name="Image 1" descr="/home/claude/Lumio-English/assets/scenes/chars/lumi-celebr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16680"/>
            <a:ext cx="2423160" cy="2667000"/>
          </a:xfrm>
          <a:prstGeom prst="rect">
            <a:avLst/>
          </a:prstGeom>
        </p:spPr>
      </p:pic>
      <p:pic>
        <p:nvPicPr>
          <p:cNvPr id="14" name="Image 2" descr="/home/claude/Lumio-English/assets/scenes/chars/noor-celeb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789" y="3566160"/>
            <a:ext cx="2198813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Homework &amp; Goodbye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26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See you next time!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Play Lesson 13 on Lumio English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Say each word to your family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Earn your three stars!
</a:t>
            </a:r>
            <a:endParaRPr lang="en-US" sz="1700" dirty="0"/>
          </a:p>
        </p:txBody>
      </p:sp>
      <p:pic>
        <p:nvPicPr>
          <p:cNvPr id="11" name="Image 1" descr="/home/claude/Lumio-English/assets/scenes/chars/omar-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134859"/>
            <a:ext cx="2057400" cy="344882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Pre-A Lesson 13 — Animals Part 2</dc:title>
  <dc:subject>PptxGenJS Presentation</dc:subject>
  <dc:creator>Lumio English</dc:creator>
  <cp:lastModifiedBy>Lumio English</cp:lastModifiedBy>
  <cp:revision>1</cp:revision>
  <dcterms:created xsi:type="dcterms:W3CDTF">2026-07-14T08:11:27Z</dcterms:created>
  <dcterms:modified xsi:type="dcterms:W3CDTF">2026-07-14T08:11:27Z</dcterms:modified>
</cp:coreProperties>
</file>