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Numbers 6–10. Goal: Count from six to 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"six" x2, choral repeat x3. Meaning: ستة. Sentence: Six yellow stars..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"seven" x2, choral repeat x3. Meaning: سبعة. Sentence: Seven days in a week..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"eight" x2, choral repeat x3. Meaning: ثمانية. Sentence: An octopus has eight arms..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"nine" x2, choral repeat x3. Meaning: تسعة. Sentence: Nine red apples..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"n..."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"ten" x2, choral repeat x3. Meaning: عشرة. Sentence: I have ten fingers..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six (ستة).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seven (سبعة).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eight (ثمانية).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ten.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nine.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ten.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NUMBERS 6–10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six  •  seven  •  eight  •  nine  •  ten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5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5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5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Count from six to ten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Numbers 6–10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six  —  ستة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seven  —  سبعة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eight  —  ثمانية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nine  —  تسعة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ten  —  عشرة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six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16" name="Shape 13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18" name="Shape 15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X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six</a:t>
            </a:r>
            <a:endParaRPr lang="en-US" sz="4600" dirty="0"/>
          </a:p>
        </p:txBody>
      </p:sp>
      <p:sp>
        <p:nvSpPr>
          <p:cNvPr id="22" name="Shape 19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3" name="Text 20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ستة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"Six yellow stars."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8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six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"Six yellow stars."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ستة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seven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16" name="Shape 13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18" name="Shape 15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3" name="Text 20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seven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سبعة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"Seven days in a week."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seven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"Seven days in a week."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سبعة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eight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16" name="Shape 13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18" name="Shape 15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3" name="Text 20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eight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ثمانية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"An octopus has eight arms."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eight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"An octopus has eight arms."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ثمانية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nine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16" name="Shape 13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8" name="Shape 15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1" name="Text 18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nine</a:t>
            </a:r>
            <a:endParaRPr lang="en-US" sz="4600" dirty="0"/>
          </a:p>
        </p:txBody>
      </p:sp>
      <p:sp>
        <p:nvSpPr>
          <p:cNvPr id="24" name="Shape 21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5" name="Text 22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تسعة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"Nine red apples."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0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nine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"Nine red apples."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تسعة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16" name="Shape 13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18" name="Shape 15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ten</a:t>
            </a:r>
            <a:endParaRPr lang="en-US" sz="4600" dirty="0"/>
          </a:p>
        </p:txBody>
      </p:sp>
      <p:sp>
        <p:nvSpPr>
          <p:cNvPr id="22" name="Shape 19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3" name="Text 20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عشرة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have ten fingers."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8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have ten fingers."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عشرة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six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seven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eight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nine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ten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X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How many fingers do you have?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ten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six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eight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"تسعة"?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six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seven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nine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"عشرة"?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eight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seven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ten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7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7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7 — Numbers 6–10</dc:title>
  <dc:subject>PptxGenJS Presentation</dc:subject>
  <dc:creator>Lumio English</dc:creator>
  <cp:lastModifiedBy>Lumio English</cp:lastModifiedBy>
  <cp:revision>1</cp:revision>
  <dcterms:created xsi:type="dcterms:W3CDTF">2026-07-14T08:11:24Z</dcterms:created>
  <dcterms:modified xsi:type="dcterms:W3CDTF">2026-07-14T08:11:24Z</dcterms:modified>
</cp:coreProperties>
</file>