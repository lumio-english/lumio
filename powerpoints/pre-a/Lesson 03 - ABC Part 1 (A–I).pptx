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ABC Part 1 (A–I). Goal: Letters A to I with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"apple" x2, choral repeat x3. Meaning: تفاحة. Sentence: A is for apple..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"ball" x2, choral repeat x3. Meaning: كرة. Sentence: B is for ball..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"cat" x2, choral repeat x3. Meaning: قطة. Sentence: C is for cat..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"dog" x2, choral repeat x3. Meaning: كلب. Sentence: D is for dog..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"egg" x2, choral repeat x3. Meaning: بيضة. Sentence: E is for egg..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"fish" x2, choral repeat x3. Meaning: سمكة. Sentence: F is for fish..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"goat" x2, choral repeat x3. Meaning: ماعز. Sentence: G is for goat..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"hat" x2, choral repeat x3. Meaning: قبعة. Sentence: H is for hat..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"ice cream" x2, choral repeat x3. Meaning: آيس كريم. Sentence: I is for ice cream..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apple (تفاحة).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ball (كرة).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cat (قطة).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hat.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ice cream.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1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ABC PART 1 (A–I)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•  ball  •  cat  •  dog  •  egg  •  fish  •  goat  •  hat  •  ice cream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9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9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9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Letters A to I with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ABC Part 1 (A–I)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—  تفاحة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—  كرة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  —  قطة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  —  كلب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egg  —  بيضة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  —  سمكة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goat  —  ماعز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hat  —  قبعة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  —  آيس كريم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7" name="Text 24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8" name="Shape 2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4600" dirty="0"/>
          </a:p>
        </p:txBody>
      </p:sp>
      <p:sp>
        <p:nvSpPr>
          <p:cNvPr id="30" name="Shape 27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is for apple."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5" name="Text 3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6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is for apple."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"B is for ball."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"B is for ball."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 is for cat."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 is for cat."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"D is for dog."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"D is for dog."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egg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egg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بيضة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"E is for egg."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egg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"E is for egg."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بيضة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 is for fish."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 is for fish."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goat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goat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ماعز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 is for goat."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goat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 is for goat."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ماعز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hat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قبعة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 is for hat."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 is for hat."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قبعة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ice cream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8" name="Shape 25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30" name="Shape 27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32" name="Shape 29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34" name="Shape 3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4600" dirty="0"/>
          </a:p>
        </p:txBody>
      </p:sp>
      <p:sp>
        <p:nvSpPr>
          <p:cNvPr id="36" name="Shape 33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7" name="Text 34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آيس كريم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is for ice cream."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1" name="Text 3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42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ice cream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is for ice cream."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آيس كريم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apple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ball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cat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dog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egg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fish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goat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hat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9. ice cream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"قبعة"?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"آيس كريم"?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30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3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31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3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3 — ABC Part 1 (A–I)</dc:title>
  <dc:subject>PptxGenJS Presentation</dc:subject>
  <dc:creator>Lumio English</dc:creator>
  <cp:lastModifiedBy>Lumio English</cp:lastModifiedBy>
  <cp:revision>1</cp:revision>
  <dcterms:created xsi:type="dcterms:W3CDTF">2026-07-14T08:11:22Z</dcterms:created>
  <dcterms:modified xsi:type="dcterms:W3CDTF">2026-07-14T08:11:22Z</dcterms:modified>
</cp:coreProperties>
</file>