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Big Review!. Goal: Review the whole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"hello" x2, choral repeat x3. Meaning: مرحباً. Sentence: Hello! I am Lumi..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"three" x2, choral repeat x3. Meaning: ثلاثة. Sentence: Three little birds..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"red" x2, choral repeat x3. Meaning: أحمر. Sentence: The apple is red..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"mom" x2, choral repeat x3. Meaning: ماما. Sentence: I love my mom..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"lion" x2, choral repeat x3. Meaning: أسد. Sentence: The lion is big..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"l..."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"book" x2, choral repeat x3. Meaning: كتاب. Sentence: I read a book..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"happy" x2, choral repeat x3. Meaning: سعيد. Sentence: I am happy!.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"jump" x2, choral repeat x3. Meaning: يقفز. Sentence: Jump high!.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hello (مرحباً).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three (ثلاثة).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red (أحمر).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happy.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happy.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jump.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0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 REVIEW!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  •  three  •  red  •  mom  •  lion  •  book  •  happy  •  jump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Review the whole level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Big Review!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  —  مرحباً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three  —  ثلاثة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  —  أحمر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  —  ماما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  —  أسد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book  —  كتاب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  —  سعيد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  —  يقفز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hello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مرحباً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I am Lumi."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hello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I am Lumi."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مرحباً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three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three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ثلاثة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"Three little birds."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three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"Three little birds."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ثلاثة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apple is red."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apple is red."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ماما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love my mom."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love my mom."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ماما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lion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أسد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lion is big."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lion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lion is big."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book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book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كتاب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read a book."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book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read a book."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كتاب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happy!"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jump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يقفز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"Jump high!"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jump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"Jump high!"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hello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three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red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mom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lion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book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happy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jump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finish Pre-A today! How do you feel?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angry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"سعيد"?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three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"يقفز"?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three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20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30 /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20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20 — Big Review!</dc:title>
  <dc:subject>PptxGenJS Presentation</dc:subject>
  <dc:creator>Lumio English</dc:creator>
  <cp:lastModifiedBy>Lumio English</cp:lastModifiedBy>
  <cp:revision>1</cp:revision>
  <dcterms:created xsi:type="dcterms:W3CDTF">2026-07-14T08:11:30Z</dcterms:created>
  <dcterms:modified xsi:type="dcterms:W3CDTF">2026-07-14T08:11:30Z</dcterms:modified>
</cp:coreProperties>
</file>