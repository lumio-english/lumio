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My Body. Goal: Name parts of the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"head" x2, choral repeat x3. Meaning: رأس. Sentence: Touch your head..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"eyes" x2, choral repeat x3. Meaning: عيون. Sentence: I see with my eyes..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"nose" x2, choral repeat x3. Meaning: أنف. Sentence: I smell with my nose..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"n..."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"mouth" x2, choral repeat x3. Meaning: فم. Sentence: I eat with my mouth..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"ears" x2, choral repeat x3. Meaning: أذنان. Sentence: I hear with my ears..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"hands" x2, choral repeat x3. Meaning: يدان. Sentence: Clap your hands!.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"feet" x2, choral repeat x3. Meaning: قدمان. Sentence: Stamp your feet!.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head (رأس).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eyes (عيون).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nose (أنف). Hint if needed: "n..."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hands.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feet.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7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BODY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head  •  eyes  •  nose  •  mouth  •  ears  •  hands  •  feet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7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7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7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Name parts of the body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My Body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head  —  رأس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eyes  —  عيون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nose  —  أنف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mouth  —  فم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ears  —  أذنان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hands  —  يدان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feet  —  قدمان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35" dirty="0"/>
          </a:p>
        </p:txBody>
      </p:sp>
      <p:sp>
        <p:nvSpPr>
          <p:cNvPr id="18" name="Shape 15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head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رأس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"Touch your head."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"Touch your head."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رأس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eyes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18" name="Shape 15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eyes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عيون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see with my eyes."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eyes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see with my eyes."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عيون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nose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18" name="Shape 15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nose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أنف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smell with my nose."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nose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smell with my nose."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أنف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mouth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5" name="Text 22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26" name="Shape 2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mouth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فم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eat with my mouth."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4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mouth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eat with my mouth."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ears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18" name="Shape 15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ears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أذنان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hear with my ears."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ears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hear with my ears."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أذنان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hands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5" name="Text 22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26" name="Shape 2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hands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يدان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"Clap your hands!"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4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hands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"Clap your hands!"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يدان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feet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535" dirty="0"/>
          </a:p>
        </p:txBody>
      </p:sp>
      <p:sp>
        <p:nvSpPr>
          <p:cNvPr id="18" name="Shape 15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feet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قدمان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"Stamp your feet!"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feet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"Stamp your feet!"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قدمان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head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eyes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nose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mouth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ears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hands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feet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"يدان"?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feet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ears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hands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"قدمان"?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feet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ears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nose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11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11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11 — My Body</dc:title>
  <dc:subject>PptxGenJS Presentation</dc:subject>
  <dc:creator>Lumio English</dc:creator>
  <cp:lastModifiedBy>Lumio English</cp:lastModifiedBy>
  <cp:revision>1</cp:revision>
  <dcterms:created xsi:type="dcterms:W3CDTF">2026-07-14T08:11:26Z</dcterms:created>
  <dcterms:modified xsi:type="dcterms:W3CDTF">2026-07-14T08:11:26Z</dcterms:modified>
</cp:coreProperties>
</file>