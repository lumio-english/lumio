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Numbers 1–5. Goal: Count from one to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"one" x2, choral repeat x3. Meaning: واحد. Sentence: I have one nose..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"two" x2, choral repeat x3. Meaning: اثنان. Sentence: I have two eyes..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"three" x2, choral repeat x3. Meaning: ثلاثة. Sentence: Three little birds..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"four" x2, choral repeat x3. Meaning: أربعة. Sentence: Four big balls..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"five" x2, choral repeat x3. Meaning: خمسة. Sentence: Five fingers on my hand..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one (واحد). Hint if needed: "o..."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two (اثنان).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three (ثلاثة).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two.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four.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five.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NUMBERS 1–5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one  •  two  •  three  •  four  •  five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5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5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5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Count from one to five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Numbers 1–5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one  —  واحد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two  —  اثنان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three  —  ثلاثة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four  —  أربعة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five  —  خمسة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one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16" name="Shape 13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18" name="Shape 15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one</a:t>
            </a:r>
            <a:endParaRPr lang="en-US" sz="4600" dirty="0"/>
          </a:p>
        </p:txBody>
      </p:sp>
      <p:sp>
        <p:nvSpPr>
          <p:cNvPr id="22" name="Shape 19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3" name="Text 20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واحد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have one nose."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8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one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have one nose."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واحد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two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16" name="Shape 13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</a:t>
            </a:r>
            <a:endParaRPr lang="en-US" sz="3467" dirty="0"/>
          </a:p>
        </p:txBody>
      </p:sp>
      <p:sp>
        <p:nvSpPr>
          <p:cNvPr id="18" name="Shape 15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two</a:t>
            </a:r>
            <a:endParaRPr lang="en-US" sz="4600" dirty="0"/>
          </a:p>
        </p:txBody>
      </p:sp>
      <p:sp>
        <p:nvSpPr>
          <p:cNvPr id="22" name="Shape 19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3" name="Text 20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اثنان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have two eyes."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8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two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have two eyes."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اثنان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three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16" name="Shape 13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18" name="Shape 15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3" name="Text 20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three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ثلاثة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"Three little birds."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three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"Three little birds."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ثلاثة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four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2535" dirty="0"/>
          </a:p>
        </p:txBody>
      </p:sp>
      <p:sp>
        <p:nvSpPr>
          <p:cNvPr id="16" name="Shape 13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18" name="Shape 15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1" name="Text 18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four</a:t>
            </a:r>
            <a:endParaRPr lang="en-US" sz="4600" dirty="0"/>
          </a:p>
        </p:txBody>
      </p:sp>
      <p:sp>
        <p:nvSpPr>
          <p:cNvPr id="24" name="Shape 21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5" name="Text 22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أربعة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"Four big balls."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0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four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"Four big balls."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أربعة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five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2535" dirty="0"/>
          </a:p>
        </p:txBody>
      </p:sp>
      <p:sp>
        <p:nvSpPr>
          <p:cNvPr id="16" name="Shape 13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8" name="Shape 15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1" name="Text 18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five</a:t>
            </a:r>
            <a:endParaRPr lang="en-US" sz="4600" dirty="0"/>
          </a:p>
        </p:txBody>
      </p:sp>
      <p:sp>
        <p:nvSpPr>
          <p:cNvPr id="24" name="Shape 21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5" name="Text 22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خمسة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"Five fingers on my hand."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0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five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"Five fingers on my hand."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خمسة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one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two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three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four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five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How many eyes do you have?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two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one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five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"أربعة"?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two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five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four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"خمسة"?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five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three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two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6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6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6 — Numbers 1–5</dc:title>
  <dc:subject>PptxGenJS Presentation</dc:subject>
  <dc:creator>Lumio English</dc:creator>
  <cp:lastModifiedBy>Lumio English</cp:lastModifiedBy>
  <cp:revision>1</cp:revision>
  <dcterms:created xsi:type="dcterms:W3CDTF">2026-07-14T08:11:23Z</dcterms:created>
  <dcterms:modified xsi:type="dcterms:W3CDTF">2026-07-14T08:11:23Z</dcterms:modified>
</cp:coreProperties>
</file>