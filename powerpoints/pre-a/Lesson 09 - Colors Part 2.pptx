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Colors Part 2. Goal: Learn six more colors.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"orange" x2, choral repeat x3. Meaning: برتقالي. Sentence: The orange is orange!.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"purple" x2, choral repeat x3. Meaning: بنفسجي. Sentence: A purple flower..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"pink" x2, choral repeat x3. Meaning: وردي. Sentence: A pink flower..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"brown" x2, choral repeat x3. Meaning: بني. Sentence: The bear is brown..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"black" x2, choral repeat x3. Meaning: أسود. Sentence: The night is black..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"white" x2, choral repeat x3. Meaning: أبيض. Sentence: The milk is white..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orange (برتقالي).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purple (بنفسجي).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pink (وردي).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black.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white.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COLORS PART 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  •  purple  •  pink  •  brown  •  black  •  white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Learn six more colors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Colors Part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  —  برتقالي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purple  —  بنفسجي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pink  —  وردي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brown  —  بني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black  —  أسود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white  —  أبيض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orange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برتقالي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orange is orange!"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orange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orange is orange!"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برتقالي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purple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purple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بنفسجي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purple flower."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purple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purple flower."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بنفسجي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pink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pink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وردي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pink flower."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pink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pink flower."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وردي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brown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brown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بني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bear is brown."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brown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bear is brown."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black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black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أسود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night is black."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black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night is black."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أسود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white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white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أبيض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milk is white."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white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milk is white."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أبيض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orange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purple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pink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brown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black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white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"أسود"?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black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white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"أبيض"?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white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black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9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9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9 — Colors Part 2</dc:title>
  <dc:subject>PptxGenJS Presentation</dc:subject>
  <dc:creator>Lumio English</dc:creator>
  <cp:lastModifiedBy>Lumio English</cp:lastModifiedBy>
  <cp:revision>1</cp:revision>
  <dcterms:created xsi:type="dcterms:W3CDTF">2026-07-14T08:11:25Z</dcterms:created>
  <dcterms:modified xsi:type="dcterms:W3CDTF">2026-07-14T08:11:25Z</dcterms:modified>
</cp:coreProperties>
</file>