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Colors Part 1. Goal: Say the first four colors.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"red" x2, choral repeat x3. Meaning: أحمر. Sentence: The apple is red..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"r..."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"blue" x2, choral repeat x3. Meaning: أزرق. Sentence: The sky is blue..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"yellow" x2, choral repeat x3. Meaning: أصفر. Sentence: Lumi is yellow!.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"y..."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"green" x2, choral repeat x3. Meaning: أخضر. Sentence: The tree is green..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"g..."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red (أحمر). Hint if needed: "r..."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blue (أزرق).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yellow (أصفر). Hint if needed: "y..."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yellow.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blue.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yellow.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COLORS PART 1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red  •  blue  •  yellow  •  green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PRE-A LEVEL  ·  4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4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4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the first four colors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Colors Part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red  —  أحمر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blue  —  أزرق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yellow  —  أصفر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green  —  أخضر
</a:t>
            </a:r>
            <a:endParaRPr lang="en-US" sz="17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red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15" name="Shape 12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red</a:t>
            </a:r>
            <a:endParaRPr lang="en-US" sz="4600" dirty="0"/>
          </a:p>
        </p:txBody>
      </p:sp>
      <p:sp>
        <p:nvSpPr>
          <p:cNvPr id="21" name="Shape 18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2" name="Text 19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أحمر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apple is red."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7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red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apple is red."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أحمر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blue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535" dirty="0"/>
          </a:p>
        </p:txBody>
      </p:sp>
      <p:sp>
        <p:nvSpPr>
          <p:cNvPr id="15" name="Shape 12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0" name="Text 17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blue</a:t>
            </a:r>
            <a:endParaRPr lang="en-US" sz="4600" dirty="0"/>
          </a:p>
        </p:txBody>
      </p:sp>
      <p:sp>
        <p:nvSpPr>
          <p:cNvPr id="23" name="Shape 20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4" name="Text 21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أزرق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sky is blue."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9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blue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sky is blue."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أزرق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yellow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467" dirty="0"/>
          </a:p>
        </p:txBody>
      </p:sp>
      <p:sp>
        <p:nvSpPr>
          <p:cNvPr id="15" name="Shape 12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0" name="Text 17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2" name="Text 19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4" name="Text 21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yellow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أصفر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"Lumi is yellow!"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yellow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"Lumi is yellow!"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أصفر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green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467" dirty="0"/>
          </a:p>
        </p:txBody>
      </p:sp>
      <p:sp>
        <p:nvSpPr>
          <p:cNvPr id="15" name="Shape 12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0" name="Text 17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2" name="Text 19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green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أخضر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tree is green."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green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tree is green."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أخضر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red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blue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yellow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green
</a:t>
            </a:r>
            <a:endParaRPr lang="en-US" sz="17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033" dirty="0"/>
          </a:p>
        </p:txBody>
      </p:sp>
      <p:sp>
        <p:nvSpPr>
          <p:cNvPr id="19" name="Shape 16"/>
          <p:cNvSpPr/>
          <p:nvPr/>
        </p:nvSpPr>
        <p:spPr>
          <a:xfrm>
            <a:off x="670560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670560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</a:t>
            </a:r>
            <a:endParaRPr lang="en-US" sz="3033" dirty="0"/>
          </a:p>
        </p:txBody>
      </p:sp>
      <p:sp>
        <p:nvSpPr>
          <p:cNvPr id="21" name="Text 18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2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color is Lumi?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yellow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red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blue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The sky is ____.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blue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green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red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"أصفر"?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yellow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green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blue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8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8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Pre-A Lesson 8 — Colors Part 1</dc:title>
  <dc:subject>PptxGenJS Presentation</dc:subject>
  <dc:creator>Lumio English</dc:creator>
  <cp:lastModifiedBy>Lumio English</cp:lastModifiedBy>
  <cp:revision>1</cp:revision>
  <dcterms:created xsi:type="dcterms:W3CDTF">2026-07-14T08:11:24Z</dcterms:created>
  <dcterms:modified xsi:type="dcterms:W3CDTF">2026-07-14T08:11:24Z</dcterms:modified>
</cp:coreProperties>
</file>